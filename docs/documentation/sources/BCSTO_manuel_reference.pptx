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22.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28.xml" ContentType="application/vnd.openxmlformats-officedocument.them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8.xml" ContentType="application/vnd.openxmlformats-officedocument.presentationml.slideLayout+xml"/>
  <Override PartName="/ppt/slideLayouts/slideLayout2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31.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 Id="rId5" Type="http://schemas.microsoft.com/office/2020/02/relationships/classificationlabels" Target="docMetadata/LabelInfo.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5"/>
    <p:sldMasterId id="2147483664"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Lst>
  <p:sldSz cx="12192000" cy="6858000"/>
  <p:notesSz cx="7559675" cy="10691813"/>
  <p:extLst>
    <p:ext uri="{521415D9-36F7-43E2-AB2F-B90AF26B5E84}">
      <p14:sectionLst xmlns:p14="http://schemas.microsoft.com/office/powerpoint/2010/main">
        <p14:section name="Architecture" id="{5DB3BA2F-7C75-4ADD-B66F-8A578D755B31}">
          <p14:sldIdLst>
            <p14:sldId id="256"/>
            <p14:sldId id="257"/>
            <p14:sldId id="258"/>
            <p14:sldId id="259"/>
            <p14:sldId id="260"/>
            <p14:sldId id="261"/>
          </p14:sldIdLst>
        </p14:section>
        <p14:section name="Tournois" id="{595A6F4D-0144-403F-8FA6-2D1AF66EF549}">
          <p14:sldIdLst>
            <p14:sldId id="262"/>
            <p14:sldId id="263"/>
          </p14:sldIdLst>
        </p14:section>
        <p14:section name="Boutique" id="{3A4360AF-EBA8-4B6B-BED5-B2EF22CEB118}">
          <p14:sldIdLst>
            <p14:sldId id="264"/>
            <p14:sldId id="265"/>
            <p14:sldId id="266"/>
            <p14:sldId id="267"/>
            <p14:sldId id="268"/>
            <p14:sldId id="269"/>
            <p14:sldId id="270"/>
          </p14:sldIdLst>
        </p14:section>
        <p14:section name="Gestion des adhérents" id="{0851BFFC-B7E5-4E69-B74B-143220497793}">
          <p14:sldIdLst>
            <p14:sldId id="271"/>
            <p14:sldId id="272"/>
            <p14:sldId id="273"/>
            <p14:sldId id="274"/>
            <p14:sldId id="275"/>
            <p14:sldId id="276"/>
          </p14:sldIdLst>
        </p14:section>
        <p14:section name="Comptabilité" id="{B8033B4C-6F99-4E88-A13B-18A6FE545A1B}">
          <p14:sldIdLst>
            <p14:sldId id="277"/>
            <p14:sldId id="278"/>
          </p14:sldIdLst>
        </p14:section>
        <p14:section name="Stripe" id="{9F06B138-34D3-45F5-82B7-310D26F5B770}">
          <p14:sldIdLst>
            <p14:sldId id="279"/>
          </p14:sldIdLst>
        </p14:section>
        <p14:section name="Outils" id="{7A878609-9173-47E6-9692-4DAF0BD198DC}">
          <p14:sldIdLst>
            <p14:sldId id="280"/>
          </p14:sldIdLst>
        </p14:section>
        <p14:section name="Site web (CMS)" id="{7C46F124-1E53-4D20-8C81-B320E41155F0}">
          <p14:sldIdLst>
            <p14:sldId id="281"/>
            <p14:sldId id="282"/>
            <p14:sldId id="283"/>
            <p14:sldId id="284"/>
            <p14:sldId id="285"/>
          </p14:sldIdLst>
        </p14:section>
        <p14:section name="Communication" id="{7662963B-9360-480D-BD28-EE866C726DA5}">
          <p14:sldIdLst>
            <p14:sldId id="286"/>
          </p14:sldIdLst>
        </p14:section>
        <p14:section name="Dashboard" id="{6AE0C508-158C-4FCD-ACCD-0A621E1516AF}">
          <p14:sldIdLst>
            <p14:sldId id="287"/>
          </p14:sldIdLst>
        </p14:section>
        <p14:section name="DevTools" id="{52D4292C-7514-4CCE-9815-FACA573CC52D}">
          <p14:sldIdLst>
            <p14:sldId id="288"/>
          </p14:sldIdLst>
        </p14:section>
        <p14:section name="Documentation" id="{88437169-CE5D-4762-A241-E6D66823DFBA}">
          <p14:sldIdLst>
            <p14:sldId id="289"/>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theme" Target="theme/theme1.xml"/><Relationship Id="rId5" Type="http://schemas.openxmlformats.org/officeDocument/2006/relationships/slideMaster" Target="slideMasters/slideMaster1.xml"/><Relationship Id="rId6" Type="http://schemas.openxmlformats.org/officeDocument/2006/relationships/slideMaster" Target="slideMasters/slideMaster16.xml"/><Relationship Id="rId7" Type="http://schemas.openxmlformats.org/officeDocument/2006/relationships/slideMaster" Target="slideMasters/slideMaster22.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80000"/>
              </a:lnSpc>
              <a:tabLst>
                <a:tab pos="0" algn="l"/>
              </a:tabLst>
            </a:pPr>
            <a:r>
              <a:rPr lang="fr-FR" sz="6000" b="1" u="none" spc="99" strike="noStrike">
                <a:solidFill>
                  <a:schemeClr val="dk1"/>
                </a:solidFill>
                <a:effectLst/>
                <a:uFillTx/>
                <a:latin typeface="Franklin Gothic Demi"/>
              </a:rPr>
              <a:t>Click to move the slide</a:t>
            </a:r>
            <a:endParaRPr lang="fr-FR" sz="6000" b="1" u="none" spc="99" strike="noStrike">
              <a:solidFill>
                <a:schemeClr val="dk1"/>
              </a:solidFill>
              <a:effectLst/>
              <a:uFillTx/>
              <a:latin typeface="Franklin Gothic Demi"/>
            </a:endParaRPr>
          </a:p>
        </p:txBody>
      </p:sp>
      <p:sp>
        <p:nvSpPr>
          <p:cNvPr id="10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07"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8" name="PlaceHolder 4"/>
          <p:cNvSpPr>
            <a:spLocks noGrp="1"/>
          </p:cNvSpPr>
          <p:nvPr>
            <p:ph type="dt" idx="1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9" name="PlaceHolder 5"/>
          <p:cNvSpPr>
            <a:spLocks noGrp="1"/>
          </p:cNvSpPr>
          <p:nvPr>
            <p:ph type="ftr" idx="1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0" name="PlaceHolder 6"/>
          <p:cNvSpPr>
            <a:spLocks noGrp="1"/>
          </p:cNvSpPr>
          <p:nvPr>
            <p:ph type="sldNum" idx="1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CAD04CB-61E3-4949-9862-67BBAD6765C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0" y="0"/>
            <a:ext cx="0" cy="0"/>
          </a:xfrm>
          <a:prstGeom prst="rect">
            <a:avLst/>
          </a:prstGeom>
          <a:ln w="0">
            <a:noFill/>
          </a:ln>
        </p:spPr>
      </p:sp>
      <p:sp>
        <p:nvSpPr>
          <p:cNvPr id="65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Toutes les têtes du menu sont présentes, y compris DevTools (réservé au développement). Le compte utilisateur et la déconnexion ne sont pas des chapitres fonctionnels.</a:t>
            </a:r>
            <a:endParaRPr lang="en-US" sz="2000" b="0" u="none" strike="noStrike">
              <a:solidFill>
                <a:srgbClr val="000000"/>
              </a:solidFill>
              <a:effectLst/>
              <a:uFillTx/>
              <a:latin typeface="Arial"/>
            </a:endParaRPr>
          </a:p>
        </p:txBody>
      </p:sp>
      <p:sp>
        <p:nvSpPr>
          <p:cNvPr id="651"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0" y="0"/>
            <a:ext cx="0" cy="0"/>
          </a:xfrm>
          <a:prstGeom prst="rect">
            <a:avLst/>
          </a:prstGeom>
          <a:ln w="0">
            <a:noFill/>
          </a:ln>
        </p:spPr>
      </p:sp>
      <p:sp>
        <p:nvSpPr>
          <p:cNvPr id="6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654"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0" y="0"/>
            <a:ext cx="0" cy="0"/>
          </a:xfrm>
          <a:prstGeom prst="rect">
            <a:avLst/>
          </a:prstGeom>
          <a:ln w="0">
            <a:noFill/>
          </a:ln>
        </p:spPr>
      </p:sp>
      <p:sp>
        <p:nvSpPr>
          <p:cNvPr id="6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657"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0" y="0"/>
            <a:ext cx="0" cy="0"/>
          </a:xfrm>
          <a:prstGeom prst="rect">
            <a:avLst/>
          </a:prstGeom>
          <a:ln w="0">
            <a:noFill/>
          </a:ln>
        </p:spPr>
      </p:sp>
      <p:sp>
        <p:nvSpPr>
          <p:cNvPr id="65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Source : https://github.com/xianda31/MultipleApps/blob/master/projects/admin/src/app/back/fees/fees-collector/fees-collector.component.ts et fees-collector.component.html, consultés le 27 octobre 2026. Le chariot est affiché pour un adhérent dont le joueur est activé et dispose de 4 crédits de parties ou moins. Carte partagée activée par défaut, cotitulaire requis avant validation. Titulaire fixé au membre sélectionné. Le formulaire propose Espèces, Chèque, Virement, Avance. Pour un paiement par carte bancaire, passer par Boutique / Vente adhérent. En présence d’un avoir ou d’une dette, le raccourci peut rediriger vers cette boutique. Une carte partagée porte les deux titulaires et un solde commun de parties.</a:t>
            </a:r>
            <a:endParaRPr lang="en-US" sz="2000" b="0" u="none" strike="noStrike">
              <a:solidFill>
                <a:srgbClr val="000000"/>
              </a:solidFill>
              <a:effectLst/>
              <a:uFillTx/>
              <a:latin typeface="Arial"/>
            </a:endParaRPr>
          </a:p>
        </p:txBody>
      </p:sp>
      <p:sp>
        <p:nvSpPr>
          <p:cNvPr id="660"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0" y="0"/>
            <a:ext cx="0" cy="0"/>
          </a:xfrm>
          <a:prstGeom prst="rect">
            <a:avLst/>
          </a:prstGeom>
          <a:ln w="0">
            <a:noFill/>
          </a:ln>
        </p:spPr>
      </p:sp>
      <p:sp>
        <p:nvSpPr>
          <p:cNvPr id="66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663"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0" y="0"/>
            <a:ext cx="0" cy="0"/>
          </a:xfrm>
          <a:prstGeom prst="rect">
            <a:avLst/>
          </a:prstGeom>
          <a:ln w="0">
            <a:noFill/>
          </a:ln>
        </p:spPr>
      </p:sp>
      <p:sp>
        <p:nvSpPr>
          <p:cNvPr id="66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Présenter cette fonction depuis l’Espace Gestion, avec les droits appropriés. Les produits visibles dépendent du catalogue actif. Le mode en ligne est distinct de ce parcours. Les cartes de tournois sont créées selon les produits achetés.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 : code BCSTO, branche master consultée le 26 octobre 2026.</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https://github.com/xianda31/MultipleApps/blob/master/projects/admin/src/app/back/shop/cart/cart.service.ts</a:t>
            </a:r>
            <a:endParaRPr lang="en-US" sz="2000" b="0" u="none" strike="noStrike">
              <a:solidFill>
                <a:srgbClr val="000000"/>
              </a:solidFill>
              <a:effectLst/>
              <a:uFillTx/>
              <a:latin typeface="Arial"/>
            </a:endParaRPr>
          </a:p>
        </p:txBody>
      </p:sp>
      <p:sp>
        <p:nvSpPr>
          <p:cNvPr id="666"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0" y="0"/>
            <a:ext cx="0" cy="0"/>
          </a:xfrm>
          <a:prstGeom prst="rect">
            <a:avLst/>
          </a:prstGeom>
          <a:ln w="0">
            <a:noFill/>
          </a:ln>
        </p:spPr>
      </p:sp>
      <p:sp>
        <p:nvSpPr>
          <p:cNvPr id="66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Choisir la date avant de remplir le panier : son changement efface la sélection et le panier. Le bénéficiaire peut différer de l’acheteur. Pour un produit couplé, le second membre se choisit lors de l’ajout. L’avoir utilisable ne dépasse pas le montant brut dû. Les contrôles empêchent les doublons d’adhésion.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 : code BCSTO, branche master consultée le 26 octobre 2026.</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https://github.com/xianda31/MultipleApps/blob/master/projects/admin/src/app/back/shop/cart/cart.component.ts</a:t>
            </a:r>
            <a:endParaRPr lang="en-US" sz="2000" b="0" u="none" strike="noStrike">
              <a:solidFill>
                <a:srgbClr val="000000"/>
              </a:solidFill>
              <a:effectLst/>
              <a:uFillTx/>
              <a:latin typeface="Arial"/>
            </a:endParaRPr>
          </a:p>
        </p:txBody>
      </p:sp>
      <p:sp>
        <p:nvSpPr>
          <p:cNvPr id="669"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0" y="0"/>
            <a:ext cx="0" cy="0"/>
          </a:xfrm>
          <a:prstGeom prst="rect">
            <a:avLst/>
          </a:prstGeom>
          <a:ln w="0">
            <a:noFill/>
          </a:ln>
        </p:spPr>
      </p:sp>
      <p:sp>
        <p:nvSpPr>
          <p:cNvPr id="6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Le bouton Avance correspond au mode CREDIT dans le code. Il enregistre une dette et aucun encaissement. Le mode TRANSFER correspond à un virement annoncé et ajoute aussi une dette à solder au rapprochement. Ne pas assimiler ces choix à un paiement déjà reçu. Le champ commentaire est optionnel. Banque et numéro sont requis pour le chèque.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 : code BCSTO, branche master consultée le 26 octobre 2026.</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https://github.com/xianda31/MultipleApps/blob/master/projects/admin/src/app/back/shop/cart/cart.service.ts</a:t>
            </a:r>
            <a:endParaRPr lang="en-US" sz="2000" b="0" u="none" strike="noStrike">
              <a:solidFill>
                <a:srgbClr val="000000"/>
              </a:solidFill>
              <a:effectLst/>
              <a:uFillTx/>
              <a:latin typeface="Arial"/>
            </a:endParaRPr>
          </a:p>
        </p:txBody>
      </p:sp>
      <p:sp>
        <p:nvSpPr>
          <p:cNvPr id="672"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0" y="0"/>
            <a:ext cx="0" cy="0"/>
          </a:xfrm>
          <a:prstGeom prst="rect">
            <a:avLst/>
          </a:prstGeom>
          <a:ln w="0">
            <a:noFill/>
          </a:ln>
        </p:spPr>
      </p:sp>
      <p:sp>
        <p:nvSpPr>
          <p:cNvPr id="6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Parcours PC en mode distant : le lecteur WisePad 3 est piloté côté Android via ppTPE. Le bouton Carte dépend de l’activation du TPE et de sa connexion. Un montant minimum CB peut être configuré. La vente est préparée puis confirmée après paiement. Une carte acceptée peut précéder la fin de la confirmation applicative. Ne pas répéter le paiement en cas de résultat incertain. Le code propose également un mode local Android.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 : code BCSTO, branche master consultée le 26 octobre 2026.</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https://github.com/xianda31/MultipleApps/blob/master/projects/admin/src/app/back/shop/cart/cart.component.html</a:t>
            </a:r>
            <a:endParaRPr lang="en-US" sz="2000" b="0" u="none" strike="noStrike">
              <a:solidFill>
                <a:srgbClr val="000000"/>
              </a:solidFill>
              <a:effectLst/>
              <a:uFillTx/>
              <a:latin typeface="Arial"/>
            </a:endParaRPr>
          </a:p>
        </p:txBody>
      </p:sp>
      <p:sp>
        <p:nvSpPr>
          <p:cNvPr id="675"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0" y="0"/>
            <a:ext cx="0" cy="0"/>
          </a:xfrm>
          <a:prstGeom prst="rect">
            <a:avLst/>
          </a:prstGeom>
          <a:ln w="0">
            <a:noFill/>
          </a:ln>
        </p:spPr>
      </p:sp>
      <p:sp>
        <p:nvSpPr>
          <p:cNvPr id="6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Le mode Espèces est imposé par le code pour un panier à total nul. Aucune somme n’est à recevoir dans ce cas. Les alertes licence ou adhésion ne sont pas toutes bloquantes. Le doublon d’adhésion, l’adhésion déjà payée et la saison comptable non initialisée peuvent bloquer la validation. Un changement de date réinitialise la vente. Après une erreur d’enregistrement, vérifier les écritures avant de saisir à nouveau.</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 : code BCSTO, branche master consultée le 26 octobre 2026.</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https://github.com/xianda31/MultipleApps/blob/master/projects/admin/src/app/back/shop/shop.component.ts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https://github.com/xianda31/MultipleApps/blob/master/projects/admin/src/app/back/shop/cart/cart.component.html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https://github.com/xianda31/MultipleApps/blob/master/projects/admin/src/app/back/shop/cart/cart.component.ts</a:t>
            </a:r>
            <a:endParaRPr lang="en-US" sz="2000" b="0" u="none" strike="noStrike">
              <a:solidFill>
                <a:srgbClr val="000000"/>
              </a:solidFill>
              <a:effectLst/>
              <a:uFillTx/>
              <a:latin typeface="Arial"/>
            </a:endParaRPr>
          </a:p>
        </p:txBody>
      </p:sp>
      <p:sp>
        <p:nvSpPr>
          <p:cNvPr id="678"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0" y="0"/>
            <a:ext cx="0" cy="0"/>
          </a:xfrm>
          <a:prstGeom prst="rect">
            <a:avLst/>
          </a:prstGeom>
          <a:ln w="0">
            <a:noFill/>
          </a:ln>
        </p:spPr>
      </p:sp>
      <p:sp>
        <p:nvSpPr>
          <p:cNvPr id="6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Cas fournis par Christian Renoux le 26 octobre 2026. Toujours faire correspondre le montant réel du chèque au total du panier. Si la suppression de la prise en compte de l’avoir ne suffit pas, faire corriger le chèque ou solliciter le trésorier avant validation. L’avoir non utilisé reste disponible. Après une erreur de mode de paiement, ne pas percevoir une seconde fois le règlement : seule la saisie est à refaire. Signaler systématiquement au trésorier le doublon à supprimer. Le blocage d’un deuxième achat de licence ou d’adhésion nécessite la suppression préalable de l’écriture incorrecte.</a:t>
            </a:r>
            <a:endParaRPr lang="en-US" sz="2000" b="0" u="none" strike="noStrike">
              <a:solidFill>
                <a:srgbClr val="000000"/>
              </a:solidFill>
              <a:effectLst/>
              <a:uFillTx/>
              <a:latin typeface="Arial"/>
            </a:endParaRPr>
          </a:p>
        </p:txBody>
      </p:sp>
      <p:sp>
        <p:nvSpPr>
          <p:cNvPr id="681"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0" y="0"/>
            <a:ext cx="0" cy="0"/>
          </a:xfrm>
          <a:prstGeom prst="rect">
            <a:avLst/>
          </a:prstGeom>
          <a:ln w="0">
            <a:noFill/>
          </a:ln>
        </p:spPr>
      </p:sp>
      <p:sp>
        <p:nvSpPr>
          <p:cNvPr id="6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684" name="PlaceHolder 3"/>
          <p:cNvSpPr>
            <a:spLocks noGrp="1"/>
          </p:cNvSpPr>
          <p:nvPr>
            <p:ph type="sldNum" idx="3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0" y="0"/>
            <a:ext cx="0" cy="0"/>
          </a:xfrm>
          <a:prstGeom prst="rect">
            <a:avLst/>
          </a:prstGeom>
          <a:ln w="0">
            <a:noFill/>
          </a:ln>
        </p:spPr>
      </p:sp>
      <p:sp>
        <p:nvSpPr>
          <p:cNvPr id="68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https://github.com/xianda31/MultipleApps/tree/master/projects/admin/src/app/back/game-cards/get-game-cards-owners/get-game-cards-owners.component.ts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https://github.com/xianda31/MultipleApps/tree/master/projects/admin/src/app/back/services/game-card.service.ts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Les motifs cités sont des exemples de rédaction du commentaire, non une liste de règles du club. La quantité doit respecter la limite affichée. Une carte manuelle est identifiée comme telle et garde son commentaire. Ne pas recréer une carte déjà générée par une vente.</a:t>
            </a:r>
            <a:endParaRPr lang="en-US" sz="2000" b="0" u="none" strike="noStrike">
              <a:solidFill>
                <a:srgbClr val="000000"/>
              </a:solidFill>
              <a:effectLst/>
              <a:uFillTx/>
              <a:latin typeface="Arial"/>
            </a:endParaRPr>
          </a:p>
        </p:txBody>
      </p:sp>
      <p:sp>
        <p:nvSpPr>
          <p:cNvPr id="687" name="PlaceHolder 3"/>
          <p:cNvSpPr>
            <a:spLocks noGrp="1"/>
          </p:cNvSpPr>
          <p:nvPr>
            <p:ph type="sldNum" idx="3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0" y="0"/>
            <a:ext cx="0" cy="0"/>
          </a:xfrm>
          <a:prstGeom prst="rect">
            <a:avLst/>
          </a:prstGeom>
          <a:ln w="0">
            <a:noFill/>
          </a:ln>
        </p:spPr>
      </p:sp>
      <p:sp>
        <p:nvSpPr>
          <p:cNvPr id="68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https://github.com/xianda31/MultipleApps/tree/master/projects/admin/src/app/back/game-cards/edit-game-card/edit-game-card.component.ts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https://github.com/xianda31/MultipleApps/tree/master/projects/admin/src/app/back/game-cards/game-cards-editor/game-cards-editor.component.html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carte garde un ou deux titulaires. Un pointage manuel ajoute la date du jour. Un dépointage augmente le crédit restant. Ces actions modifient directement le solde : contrôler l’écart avant de valider.</a:t>
            </a:r>
            <a:endParaRPr lang="en-US" sz="2000" b="0" u="none" strike="noStrike">
              <a:solidFill>
                <a:srgbClr val="000000"/>
              </a:solidFill>
              <a:effectLst/>
              <a:uFillTx/>
              <a:latin typeface="Arial"/>
            </a:endParaRPr>
          </a:p>
        </p:txBody>
      </p:sp>
      <p:sp>
        <p:nvSpPr>
          <p:cNvPr id="690" name="PlaceHolder 3"/>
          <p:cNvSpPr>
            <a:spLocks noGrp="1"/>
          </p:cNvSpPr>
          <p:nvPr>
            <p:ph type="sldNum" idx="3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0" y="0"/>
            <a:ext cx="0" cy="0"/>
          </a:xfrm>
          <a:prstGeom prst="rect">
            <a:avLst/>
          </a:prstGeom>
          <a:ln w="0">
            <a:noFill/>
          </a:ln>
        </p:spPr>
      </p:sp>
      <p:sp>
        <p:nvSpPr>
          <p:cNvPr id="6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https://github.com/xianda31/MultipleApps/tree/master/projects/admin/src/app/back/member-sales/member-sales.component.html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https://github.com/xianda31/MultipleApps/tree/master/projects/admin/src/app/back/member-sales/member-sales.component.ts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Les listes signalent des situations à vérifier. L’affichage d’une alerte ne réalise ni la déclaration FFB ni la régularisation du règlement.</a:t>
            </a:r>
            <a:endParaRPr lang="en-US" sz="2000" b="0" u="none" strike="noStrike">
              <a:solidFill>
                <a:srgbClr val="000000"/>
              </a:solidFill>
              <a:effectLst/>
              <a:uFillTx/>
              <a:latin typeface="Arial"/>
            </a:endParaRPr>
          </a:p>
        </p:txBody>
      </p:sp>
      <p:sp>
        <p:nvSpPr>
          <p:cNvPr id="693" name="PlaceHolder 3"/>
          <p:cNvSpPr>
            <a:spLocks noGrp="1"/>
          </p:cNvSpPr>
          <p:nvPr>
            <p:ph type="sldNum" idx="3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0" y="0"/>
            <a:ext cx="0" cy="0"/>
          </a:xfrm>
          <a:prstGeom prst="rect">
            <a:avLst/>
          </a:prstGeom>
          <a:ln w="0">
            <a:noFill/>
          </a:ln>
        </p:spPr>
      </p:sp>
      <p:sp>
        <p:nvSpPr>
          <p:cNvPr id="6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https://github.com/xianda31/MultipleApps/tree/master/projects/admin/src/app/back/member-sales/member-sales.component.ts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grille mensuelle est affichée de juillet à juin. Le relevé individuel provient des opérations comptables affectées au membre. La page ne propose pas d’édition directe des écritures.</a:t>
            </a:r>
            <a:endParaRPr lang="en-US" sz="2000" b="0" u="none" strike="noStrike">
              <a:solidFill>
                <a:srgbClr val="000000"/>
              </a:solidFill>
              <a:effectLst/>
              <a:uFillTx/>
              <a:latin typeface="Arial"/>
            </a:endParaRPr>
          </a:p>
        </p:txBody>
      </p:sp>
      <p:sp>
        <p:nvSpPr>
          <p:cNvPr id="696" name="PlaceHolder 3"/>
          <p:cNvSpPr>
            <a:spLocks noGrp="1"/>
          </p:cNvSpPr>
          <p:nvPr>
            <p:ph type="sldNum" idx="3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0" y="0"/>
            <a:ext cx="0" cy="0"/>
          </a:xfrm>
          <a:prstGeom prst="rect">
            <a:avLst/>
          </a:prstGeom>
          <a:ln w="0">
            <a:noFill/>
          </a:ln>
        </p:spPr>
      </p:sp>
      <p:sp>
        <p:nvSpPr>
          <p:cNvPr id="6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699" name="PlaceHolder 3"/>
          <p:cNvSpPr>
            <a:spLocks noGrp="1"/>
          </p:cNvSpPr>
          <p:nvPr>
            <p:ph type="sldNum" idx="3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0" y="0"/>
            <a:ext cx="0" cy="0"/>
          </a:xfrm>
          <a:prstGeom prst="rect">
            <a:avLst/>
          </a:prstGeom>
          <a:ln w="0">
            <a:noFill/>
          </a:ln>
        </p:spPr>
      </p:sp>
      <p:sp>
        <p:nvSpPr>
          <p:cNvPr id="7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Contenu demandé par Christian Renoux le 27 octobre 2026. Présenter les activités manuelles qui subsistent en complément de la saisie des ventes : tamponnage des chèques, vérification de caisse, retraits d’espèces et de chèques destinés aux dépôts en banque, consolidation ou rapprochement bancaire. Cette liste n’est pas exhaustive. Ces opérations relèvent du trésorier. La sortie de caisse pour dépôt constitue un transfert vers la banque et non une nouvelle recette.</a:t>
            </a:r>
            <a:endParaRPr lang="en-US" sz="2000" b="0" u="none" strike="noStrike">
              <a:solidFill>
                <a:srgbClr val="000000"/>
              </a:solidFill>
              <a:effectLst/>
              <a:uFillTx/>
              <a:latin typeface="Arial"/>
            </a:endParaRPr>
          </a:p>
        </p:txBody>
      </p:sp>
      <p:sp>
        <p:nvSpPr>
          <p:cNvPr id="702"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0" y="0"/>
            <a:ext cx="0" cy="0"/>
          </a:xfrm>
          <a:prstGeom prst="rect">
            <a:avLst/>
          </a:prstGeom>
          <a:ln w="0">
            <a:noFill/>
          </a:ln>
        </p:spPr>
      </p:sp>
      <p:sp>
        <p:nvSpPr>
          <p:cNvPr id="7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05"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0" y="0"/>
            <a:ext cx="0" cy="0"/>
          </a:xfrm>
          <a:prstGeom prst="rect">
            <a:avLst/>
          </a:prstGeom>
          <a:ln w="0">
            <a:noFill/>
          </a:ln>
        </p:spPr>
      </p:sp>
      <p:sp>
        <p:nvSpPr>
          <p:cNvPr id="7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08"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0" y="0"/>
            <a:ext cx="0" cy="0"/>
          </a:xfrm>
          <a:prstGeom prst="rect">
            <a:avLst/>
          </a:prstGeom>
          <a:ln w="0">
            <a:noFill/>
          </a:ln>
        </p:spPr>
      </p:sp>
      <p:sp>
        <p:nvSpPr>
          <p:cNvPr id="7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11"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0" y="0"/>
            <a:ext cx="0" cy="0"/>
          </a:xfrm>
          <a:prstGeom prst="rect">
            <a:avLst/>
          </a:prstGeom>
          <a:ln w="0">
            <a:noFill/>
          </a:ln>
        </p:spPr>
      </p:sp>
      <p:sp>
        <p:nvSpPr>
          <p:cNvPr id="7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14"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0" y="0"/>
            <a:ext cx="0" cy="0"/>
          </a:xfrm>
          <a:prstGeom prst="rect">
            <a:avLst/>
          </a:prstGeom>
          <a:ln w="0">
            <a:noFill/>
          </a:ln>
        </p:spPr>
      </p:sp>
      <p:sp>
        <p:nvSpPr>
          <p:cNvPr id="7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17"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0" y="0"/>
            <a:ext cx="0" cy="0"/>
          </a:xfrm>
          <a:prstGeom prst="rect">
            <a:avLst/>
          </a:prstGeom>
          <a:ln w="0">
            <a:noFill/>
          </a:ln>
        </p:spPr>
      </p:sp>
      <p:sp>
        <p:nvSpPr>
          <p:cNvPr id="71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20"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0" y="0"/>
            <a:ext cx="0" cy="0"/>
          </a:xfrm>
          <a:prstGeom prst="rect">
            <a:avLst/>
          </a:prstGeom>
          <a:ln w="0">
            <a:noFill/>
          </a:ln>
        </p:spPr>
      </p:sp>
      <p:sp>
        <p:nvSpPr>
          <p:cNvPr id="72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Source : code BCSTO, branche master consultée le 27 octobre 2026. https://github.com/xianda31/MultipleApps/tree/master/projects/admin/src/app/back/back-navbar/back-navbar.definition.ts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Ouverture de chapitre. Les mentions « à développer » signalent le contenu à compléter.</a:t>
            </a:r>
            <a:endParaRPr lang="en-US" sz="2000" b="0" u="none" strike="noStrike">
              <a:solidFill>
                <a:srgbClr val="000000"/>
              </a:solidFill>
              <a:effectLst/>
              <a:uFillTx/>
              <a:latin typeface="Arial"/>
            </a:endParaRPr>
          </a:p>
        </p:txBody>
      </p:sp>
      <p:sp>
        <p:nvSpPr>
          <p:cNvPr id="723"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la section">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0" y="0"/>
            <a:ext cx="12191400" cy="6879960"/>
          </a:xfrm>
          <a:prstGeom prst="rect">
            <a:avLst/>
          </a:prstGeom>
          <a:noFill/>
          <a:ln w="0">
            <a:noFill/>
          </a:ln>
        </p:spPr>
        <p:txBody>
          <a:bodyPr lIns="90000" tIns="182880" rIns="90000" bIns="45000" anchor="t">
            <a:noAutofit/>
          </a:bodyPr>
          <a:lstStyle>
            <a:lvl1pPr indent="0" algn="ctr" defTabSz="914400">
              <a:lnSpc>
                <a:spcPct val="100000"/>
              </a:lnSpc>
              <a:buNone/>
              <a:tabLst>
                <a:tab pos="0" algn="l"/>
              </a:tabLst>
              <a:defRPr lang="fr-FR" sz="2000" b="0" u="none" strike="noStrike">
                <a:solidFill>
                  <a:schemeClr val="lt1"/>
                </a:solidFill>
                <a:effectLst/>
                <a:uFillTx/>
                <a:latin typeface="Franklin Gothic Book"/>
              </a:defRPr>
            </a:lvl1pPr>
          </a:lstStyle>
          <a:p>
            <a:pPr indent="0" algn="ctr" defTabSz="914400">
              <a:lnSpc>
                <a:spcPct val="100000"/>
              </a:lnSpc>
              <a:buNone/>
              <a:tabLst>
                <a:tab pos="0" algn="l"/>
              </a:tabLst>
            </a:pPr>
            <a:r>
              <a:rPr lang="fr-FR" sz="2000" b="0" u="none" strike="noStrike">
                <a:solidFill>
                  <a:schemeClr val="lt1"/>
                </a:solidFill>
                <a:effectLst/>
                <a:uFillTx/>
                <a:latin typeface="Franklin Gothic Book"/>
              </a:rPr>
              <a:t>Cliquez sur l'icône pour ajouter une image</a:t>
            </a:r>
            <a:endParaRPr lang="fr-FR" sz="2000" b="0" u="none" strike="noStrike">
              <a:solidFill>
                <a:schemeClr val="lt1"/>
              </a:solidFill>
              <a:effectLst/>
              <a:uFillTx/>
              <a:latin typeface="Franklin Gothic Book"/>
            </a:endParaRPr>
          </a:p>
        </p:txBody>
      </p:sp>
      <p:sp>
        <p:nvSpPr>
          <p:cNvPr id="3" name="PlaceHolder 2"/>
          <p:cNvSpPr>
            <a:spLocks noGrp="1"/>
          </p:cNvSpPr>
          <p:nvPr>
            <p:ph type="title" hasCustomPrompt="1"/>
          </p:nvPr>
        </p:nvSpPr>
        <p:spPr>
          <a:xfrm>
            <a:off x="6309360" y="444960"/>
            <a:ext cx="5476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6000" b="1" u="none" spc="99" strike="noStrike">
                <a:solidFill>
                  <a:schemeClr val="lt1"/>
                </a:solidFill>
                <a:effectLst/>
                <a:uFillTx/>
                <a:latin typeface="Franklin Gothic Demi"/>
              </a:defRPr>
            </a:lvl1pPr>
          </a:lstStyle>
          <a:p>
            <a:pPr indent="0" algn="l" defTabSz="914400">
              <a:lnSpc>
                <a:spcPct val="80000"/>
              </a:lnSpc>
              <a:buNone/>
              <a:tabLst>
                <a:tab pos="0" algn="l"/>
              </a:tabLst>
            </a:pPr>
            <a:r>
              <a:rPr lang="fr-FR" sz="6000" b="1" u="none" spc="99" strike="noStrike">
                <a:solidFill>
                  <a:schemeClr val="lt1"/>
                </a:solidFill>
                <a:effectLst/>
                <a:uFillTx/>
                <a:latin typeface="Franklin Gothic Demi"/>
              </a:rPr>
              <a:t>Cliquez pour ajouter un titre </a:t>
            </a:r>
            <a:endParaRPr lang="fr-FR" sz="6000" b="1" u="none" spc="99" strike="noStrike">
              <a:solidFill>
                <a:schemeClr val="lt1"/>
              </a:solidFill>
              <a:effectLst/>
              <a:uFillTx/>
              <a:latin typeface="Franklin Gothic Demi"/>
            </a:endParaRPr>
          </a:p>
        </p:txBody>
      </p:sp>
      <p:sp>
        <p:nvSpPr>
          <p:cNvPr id="4" name="Rectangle 6">
            <a:extLst>
              <a:ext uri="{C183D7F6-B498-43B3-948B-1728B52AA6E4}">
                <adec:decorative xmlns:adec="http://schemas.microsoft.com/office/drawing/2017/decorative" val="1"/>
              </a:ext>
            </a:extLst>
          </p:cNvPr>
          <p:cNvSpPr/>
          <p:nvPr/>
        </p:nvSpPr>
        <p:spPr>
          <a:xfrm>
            <a:off x="6309360" y="3951720"/>
            <a:ext cx="2133000" cy="9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pic>
        <p:nvPicPr>
          <p:cNvPr id="5" name="BCSTO modèle 19"/>
          <p:cNvPicPr/>
          <p:nvPr/>
        </p:nvPicPr>
        <p:blipFill>
          <a:blip r:embed="rId2"/>
          <a:stretch/>
        </p:blipFill>
        <p:spPr>
          <a:xfrm>
            <a:off x="11334600" y="228600"/>
            <a:ext cx="456480" cy="456480"/>
          </a:xfrm>
          <a:prstGeom prst="rect">
            <a:avLst/>
          </a:prstGeom>
          <a:noFill/>
          <a:ln w="0">
            <a:noFill/>
          </a:ln>
        </p:spPr>
      </p:pic>
      <p:sp>
        <p:nvSpPr>
          <p:cNvPr id="6" name="BCSTO modèle 20"/>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2">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60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6000" b="1" u="none" spc="99" strike="noStrike">
                <a:solidFill>
                  <a:schemeClr val="dk1"/>
                </a:solidFill>
                <a:effectLst/>
                <a:uFillTx/>
                <a:latin typeface="Franklin Gothic Demi"/>
              </a:rPr>
              <a:t>Cliquez pour ajouter un titre </a:t>
            </a:r>
            <a:endParaRPr lang="fr-FR" sz="6000" b="1" u="none" spc="99" strike="noStrike">
              <a:solidFill>
                <a:schemeClr val="dk1"/>
              </a:solidFill>
              <a:effectLst/>
              <a:uFillTx/>
              <a:latin typeface="Franklin Gothic Demi"/>
            </a:endParaRPr>
          </a:p>
        </p:txBody>
      </p:sp>
      <p:sp>
        <p:nvSpPr>
          <p:cNvPr id="8" name="PlaceHolder 2"/>
          <p:cNvSpPr>
            <a:spLocks noGrp="1"/>
          </p:cNvSpPr>
          <p:nvPr>
            <p:ph type="body" hasCustomPrompt="1"/>
          </p:nvPr>
        </p:nvSpPr>
        <p:spPr>
          <a:xfrm>
            <a:off x="0" y="-11160"/>
            <a:ext cx="5790600" cy="6879600"/>
          </a:xfrm>
          <a:prstGeom prst="rect">
            <a:avLst/>
          </a:prstGeom>
          <a:noFill/>
          <a:ln w="0">
            <a:noFill/>
          </a:ln>
        </p:spPr>
        <p:txBody>
          <a:bodyPr lIns="90000" tIns="45000" rIns="90000" bIns="45000" anchor="t">
            <a:normAutofit/>
          </a:bodyPr>
          <a:lstStyle>
            <a:lvl1pPr indent="0" algn="ctr" defTabSz="914400">
              <a:lnSpc>
                <a:spcPct val="100000"/>
              </a:lnSpc>
              <a:buNone/>
              <a:tabLst>
                <a:tab pos="0" algn="l"/>
              </a:tabLst>
              <a:defRPr lang="fr-FR" sz="2000" b="0" u="none" strike="noStrike">
                <a:solidFill>
                  <a:schemeClr val="lt1"/>
                </a:solidFill>
                <a:effectLst/>
                <a:uFillTx/>
                <a:latin typeface="Franklin Gothic Book"/>
              </a:defRPr>
            </a:lvl1pPr>
          </a:lstStyle>
          <a:p>
            <a:pPr indent="0" algn="ctr" defTabSz="914400">
              <a:lnSpc>
                <a:spcPct val="100000"/>
              </a:lnSpc>
              <a:buNone/>
              <a:tabLst>
                <a:tab pos="0" algn="l"/>
              </a:tabLst>
            </a:pPr>
            <a:r>
              <a:rPr lang="fr-FR" sz="2000" b="0" u="none" strike="noStrike">
                <a:solidFill>
                  <a:schemeClr val="lt1"/>
                </a:solidFill>
                <a:effectLst/>
                <a:uFillTx/>
                <a:latin typeface="Franklin Gothic Book"/>
              </a:rPr>
              <a:t>Cliquez sur l’icône pour ajouter une image</a:t>
            </a:r>
            <a:endParaRPr lang="fr-FR" sz="2000" b="1" u="none" strike="noStrike">
              <a:solidFill>
                <a:schemeClr val="lt2">
                  <a:lumMod val="75000"/>
                </a:schemeClr>
              </a:solidFill>
              <a:effectLst/>
              <a:uFillTx/>
              <a:latin typeface="Franklin Gothic Book"/>
            </a:endParaRPr>
          </a:p>
        </p:txBody>
      </p:sp>
      <p:sp>
        <p:nvSpPr>
          <p:cNvPr id="9" name="PlaceHolder 3"/>
          <p:cNvSpPr>
            <a:spLocks noGrp="1"/>
          </p:cNvSpPr>
          <p:nvPr>
            <p:ph type="body" hasCustomPrompt="1"/>
          </p:nvPr>
        </p:nvSpPr>
        <p:spPr>
          <a:xfrm>
            <a:off x="6300000" y="456876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fr-FR" sz="2400" b="1" u="none" strike="noStrike">
                <a:solidFill>
                  <a:schemeClr val="lt2">
                    <a:lumMod val="75000"/>
                  </a:schemeClr>
                </a:solidFill>
                <a:effectLst/>
                <a:uFillTx/>
                <a:latin typeface="Franklin Gothic Book"/>
              </a:defRPr>
            </a:lvl1pPr>
          </a:lstStyle>
          <a:p>
            <a:pPr indent="0" algn="l" defTabSz="914400">
              <a:lnSpc>
                <a:spcPct val="90000"/>
              </a:lnSpc>
              <a:spcBef>
                <a:spcPts val="1001"/>
              </a:spcBef>
              <a:buNone/>
              <a:tabLst>
                <a:tab pos="0" algn="l"/>
              </a:tabLst>
            </a:pPr>
            <a:r>
              <a:rPr lang="fr-FR" sz="2400" b="1" u="none" strike="noStrike">
                <a:solidFill>
                  <a:schemeClr val="lt2">
                    <a:lumMod val="75000"/>
                  </a:schemeClr>
                </a:solidFill>
                <a:effectLst/>
                <a:uFillTx/>
                <a:latin typeface="Franklin Gothic Book"/>
              </a:rPr>
              <a:t>Cliquer pour ajouter du texte</a:t>
            </a:r>
            <a:endParaRPr lang="fr-FR" sz="2400" b="1" u="none" strike="noStrike">
              <a:solidFill>
                <a:schemeClr val="lt2">
                  <a:lumMod val="75000"/>
                </a:schemeClr>
              </a:solidFill>
              <a:effectLst/>
              <a:uFillTx/>
              <a:latin typeface="Franklin Gothic Book"/>
            </a:endParaRPr>
          </a:p>
        </p:txBody>
      </p:sp>
      <p:pic>
        <p:nvPicPr>
          <p:cNvPr id="10" name="BCSTO modèle 19"/>
          <p:cNvPicPr/>
          <p:nvPr/>
        </p:nvPicPr>
        <p:blipFill>
          <a:blip r:embed="rId2"/>
          <a:stretch/>
        </p:blipFill>
        <p:spPr>
          <a:xfrm>
            <a:off x="11334600" y="228600"/>
            <a:ext cx="456480" cy="456480"/>
          </a:xfrm>
          <a:prstGeom prst="rect">
            <a:avLst/>
          </a:prstGeom>
          <a:noFill/>
          <a:ln w="0">
            <a:noFill/>
          </a:ln>
        </p:spPr>
      </p:pic>
      <p:sp>
        <p:nvSpPr>
          <p:cNvPr id="11" name="BCSTO modèle 20"/>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Résumé 2">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13" name="PlaceHolder 2"/>
          <p:cNvSpPr>
            <a:spLocks noGrp="1"/>
          </p:cNvSpPr>
          <p:nvPr>
            <p:ph type="body" hasCustomPrompt="1"/>
          </p:nvPr>
        </p:nvSpPr>
        <p:spPr>
          <a:xfrm>
            <a:off x="3657600" y="2282040"/>
            <a:ext cx="7809840" cy="3698640"/>
          </a:xfrm>
          <a:prstGeom prst="rect">
            <a:avLst/>
          </a:prstGeom>
          <a:noFill/>
          <a:ln w="0">
            <a:noFill/>
          </a:ln>
        </p:spPr>
        <p:txBody>
          <a:bodyPr lIns="0" tIns="228600" rIns="0" bIns="0" anchor="t">
            <a:normAutofit/>
          </a:bodyPr>
          <a:lstStyle>
            <a:lvl1pPr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5pPr>
          </a:lstStyle>
          <a:p>
            <a:pPr marL="283320"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685800" lvl="1"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14" name="PlaceHolder 3"/>
          <p:cNvSpPr>
            <a:spLocks noGrp="1"/>
          </p:cNvSpPr>
          <p:nvPr>
            <p:ph type="sldNum" idx="1"/>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BBD08220-A746-4701-B38B-1028A9A2D78D}"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15" name="PlaceHolder 4"/>
          <p:cNvSpPr>
            <a:spLocks noGrp="1"/>
          </p:cNvSpPr>
          <p:nvPr>
            <p:ph type="dt" idx="2"/>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16" name="BCSTO modèle 33"/>
          <p:cNvPicPr/>
          <p:nvPr/>
        </p:nvPicPr>
        <p:blipFill>
          <a:blip r:embed="rId2"/>
          <a:stretch/>
        </p:blipFill>
        <p:spPr>
          <a:xfrm>
            <a:off x="11334600" y="228600"/>
            <a:ext cx="456480" cy="456480"/>
          </a:xfrm>
          <a:prstGeom prst="rect">
            <a:avLst/>
          </a:prstGeom>
          <a:noFill/>
          <a:ln w="0">
            <a:noFill/>
          </a:ln>
        </p:spPr>
      </p:pic>
      <p:sp>
        <p:nvSpPr>
          <p:cNvPr id="17" name="BCSTO modèle 34"/>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60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6000" b="1" u="none" spc="99" strike="noStrike">
                <a:solidFill>
                  <a:schemeClr val="dk1"/>
                </a:solidFill>
                <a:effectLst/>
                <a:uFillTx/>
                <a:latin typeface="Franklin Gothic Demi"/>
              </a:rPr>
              <a:t>Cliquez pour ajouter un titre </a:t>
            </a:r>
            <a:endParaRPr lang="fr-FR" sz="6000" b="1" u="none" spc="99" strike="noStrike">
              <a:solidFill>
                <a:schemeClr val="dk1"/>
              </a:solidFill>
              <a:effectLst/>
              <a:uFillTx/>
              <a:latin typeface="Franklin Gothic Demi"/>
            </a:endParaRPr>
          </a:p>
        </p:txBody>
      </p:sp>
      <p:sp>
        <p:nvSpPr>
          <p:cNvPr id="19" name="PlaceHolder 2"/>
          <p:cNvSpPr>
            <a:spLocks noGrp="1"/>
          </p:cNvSpPr>
          <p:nvPr>
            <p:ph type="body" hasCustomPrompt="1"/>
          </p:nvPr>
        </p:nvSpPr>
        <p:spPr>
          <a:xfrm>
            <a:off x="6310080" y="454968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fr-FR" sz="2400" b="1" u="none" strike="noStrike">
                <a:solidFill>
                  <a:schemeClr val="lt2">
                    <a:lumMod val="75000"/>
                  </a:schemeClr>
                </a:solidFill>
                <a:effectLst/>
                <a:uFillTx/>
                <a:latin typeface="Franklin Gothic Book"/>
              </a:defRPr>
            </a:lvl1pPr>
          </a:lstStyle>
          <a:p>
            <a:pPr indent="0" algn="l" defTabSz="914400">
              <a:lnSpc>
                <a:spcPct val="90000"/>
              </a:lnSpc>
              <a:spcBef>
                <a:spcPts val="1001"/>
              </a:spcBef>
              <a:buNone/>
              <a:tabLst>
                <a:tab pos="0" algn="l"/>
              </a:tabLst>
            </a:pPr>
            <a:r>
              <a:rPr lang="fr-FR" sz="2400" b="1" u="none" strike="noStrike">
                <a:solidFill>
                  <a:schemeClr val="lt2">
                    <a:lumMod val="75000"/>
                  </a:schemeClr>
                </a:solidFill>
                <a:effectLst/>
                <a:uFillTx/>
                <a:latin typeface="Franklin Gothic Book"/>
              </a:rPr>
              <a:t>Cliquer pour ajouter du texte</a:t>
            </a:r>
            <a:endParaRPr lang="fr-FR" sz="2400" b="1" u="none" strike="noStrike">
              <a:solidFill>
                <a:schemeClr val="lt2">
                  <a:lumMod val="75000"/>
                </a:schemeClr>
              </a:solidFill>
              <a:effectLst/>
              <a:uFillTx/>
              <a:latin typeface="Franklin Gothic Book"/>
            </a:endParaRPr>
          </a:p>
        </p:txBody>
      </p:sp>
      <p:pic>
        <p:nvPicPr>
          <p:cNvPr id="20" name="BCSTO modèle 19"/>
          <p:cNvPicPr/>
          <p:nvPr/>
        </p:nvPicPr>
        <p:blipFill>
          <a:blip r:embed="rId2"/>
          <a:stretch/>
        </p:blipFill>
        <p:spPr>
          <a:xfrm>
            <a:off x="11334600" y="228600"/>
            <a:ext cx="456480" cy="456480"/>
          </a:xfrm>
          <a:prstGeom prst="rect">
            <a:avLst/>
          </a:prstGeom>
          <a:noFill/>
          <a:ln w="0">
            <a:noFill/>
          </a:ln>
        </p:spPr>
      </p:pic>
      <p:sp>
        <p:nvSpPr>
          <p:cNvPr id="21" name="BCSTO modèle 20"/>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deux contenus 2">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594360" y="278280"/>
            <a:ext cx="9777600" cy="1090080"/>
          </a:xfrm>
          <a:prstGeom prst="rect">
            <a:avLst/>
          </a:prstGeom>
          <a:noFill/>
          <a:ln w="0">
            <a:noFill/>
          </a:ln>
        </p:spPr>
        <p:txBody>
          <a:bodyPr lIns="0" tIns="0" rIns="0" bIns="0" anchor="t">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23" name="PlaceHolder 2"/>
          <p:cNvSpPr>
            <a:spLocks noGrp="1"/>
          </p:cNvSpPr>
          <p:nvPr>
            <p:ph type="body" hasCustomPrompt="1"/>
          </p:nvPr>
        </p:nvSpPr>
        <p:spPr>
          <a:xfrm>
            <a:off x="594360" y="2676600"/>
            <a:ext cx="4490280" cy="359676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28332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59436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82296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100584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24" name="PlaceHolder 3"/>
          <p:cNvSpPr>
            <a:spLocks noGrp="1"/>
          </p:cNvSpPr>
          <p:nvPr>
            <p:ph type="body" hasCustomPrompt="1"/>
          </p:nvPr>
        </p:nvSpPr>
        <p:spPr>
          <a:xfrm>
            <a:off x="5882040" y="2676600"/>
            <a:ext cx="4490280" cy="359676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28332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54864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82296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100584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25" name="PlaceHolder 4"/>
          <p:cNvSpPr>
            <a:spLocks noGrp="1"/>
          </p:cNvSpPr>
          <p:nvPr>
            <p:ph type="sldNum" idx="3"/>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2BCACBF3-348A-48F3-8DB3-D6CBC90E5647}"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26" name="PlaceHolder 5"/>
          <p:cNvSpPr>
            <a:spLocks noGrp="1"/>
          </p:cNvSpPr>
          <p:nvPr>
            <p:ph type="dt" idx="4"/>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27" name="BCSTO modèle 17"/>
          <p:cNvPicPr/>
          <p:nvPr/>
        </p:nvPicPr>
        <p:blipFill>
          <a:blip r:embed="rId2"/>
          <a:stretch/>
        </p:blipFill>
        <p:spPr>
          <a:xfrm>
            <a:off x="11334600" y="228600"/>
            <a:ext cx="456480" cy="456480"/>
          </a:xfrm>
          <a:prstGeom prst="rect">
            <a:avLst/>
          </a:prstGeom>
          <a:noFill/>
          <a:ln w="0">
            <a:noFill/>
          </a:ln>
        </p:spPr>
      </p:pic>
      <p:sp>
        <p:nvSpPr>
          <p:cNvPr id="28"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contenu ">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6318720" y="3499560"/>
            <a:ext cx="4938840" cy="254196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30" name="PlaceHolder 2"/>
          <p:cNvSpPr>
            <a:spLocks noGrp="1"/>
          </p:cNvSpPr>
          <p:nvPr>
            <p:ph type="body" hasCustomPrompt="1"/>
          </p:nvPr>
        </p:nvSpPr>
        <p:spPr>
          <a:xfrm>
            <a:off x="603720" y="457200"/>
            <a:ext cx="5197680" cy="2304360"/>
          </a:xfrm>
          <a:prstGeom prst="rect">
            <a:avLst/>
          </a:prstGeom>
          <a:noFill/>
          <a:ln w="0">
            <a:noFill/>
          </a:ln>
        </p:spPr>
        <p:txBody>
          <a:bodyPr lIns="0" tIns="274320" rIns="91440" bIns="45720" anchor="t">
            <a:normAutofit/>
          </a:bodyPr>
          <a:lstStyle>
            <a:lvl1pPr algn="l" defTabSz="914400">
              <a:lnSpc>
                <a:spcPct val="90000"/>
              </a:lnSpc>
              <a:spcBef>
                <a:spcPts val="1800"/>
              </a:spcBef>
              <a:buClr>
                <a:srgbClr val="000000"/>
              </a:buClr>
              <a:buFont typeface="Franklin Gothic Demi"/>
              <a:buAutoNum type="arabicPeriod"/>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Franklin Gothic Demi"/>
              <a:buAutoNum type="alphaLcPeriod"/>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Franklin Gothic Demi"/>
              <a:buAutoNum type="arabicParenR"/>
              <a:defRPr lang="fr-FR" sz="2000" b="0" u="none" strike="noStrike">
                <a:solidFill>
                  <a:schemeClr val="dk1"/>
                </a:solidFill>
                <a:effectLst/>
                <a:uFillTx/>
                <a:latin typeface="Franklin Gothic Book"/>
              </a:defRPr>
            </a:lvl3pPr>
            <a:lvl4pPr marL="1371600"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4pPr>
          </a:lstStyle>
          <a:p>
            <a:pPr marL="457200" indent="-457200" algn="l" defTabSz="914400">
              <a:lnSpc>
                <a:spcPct val="90000"/>
              </a:lnSpc>
              <a:spcBef>
                <a:spcPts val="1800"/>
              </a:spcBef>
              <a:buClr>
                <a:srgbClr val="000000"/>
              </a:buClr>
              <a:buFont typeface="Franklin Gothic Demi"/>
              <a:buAutoNum type="arabicPeriod"/>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914400" lvl="1" indent="-457200" algn="l" defTabSz="914400">
              <a:lnSpc>
                <a:spcPct val="90000"/>
              </a:lnSpc>
              <a:spcBef>
                <a:spcPts val="1800"/>
              </a:spcBef>
              <a:buClr>
                <a:srgbClr val="000000"/>
              </a:buClr>
              <a:buFont typeface="Franklin Gothic Demi"/>
              <a:buAutoNum type="alphaLcPeriod"/>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371600" lvl="2" indent="-457200" algn="l" defTabSz="914400">
              <a:lnSpc>
                <a:spcPct val="90000"/>
              </a:lnSpc>
              <a:spcBef>
                <a:spcPts val="1800"/>
              </a:spcBef>
              <a:buClr>
                <a:srgbClr val="000000"/>
              </a:buClr>
              <a:buFont typeface="Franklin Gothic Demi"/>
              <a:buAutoNum type="arabicParenR"/>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371600" indent="0" algn="l" defTabSz="914400">
              <a:lnSpc>
                <a:spcPct val="90000"/>
              </a:lnSpc>
              <a:spcBef>
                <a:spcPts val="1800"/>
              </a:spcBef>
              <a:buNone/>
              <a:tabLst>
                <a:tab pos="0" algn="l"/>
              </a:tabLst>
            </a:pPr>
            <a:endParaRPr lang="fr-FR" sz="2000" b="0" u="none" strike="noStrike">
              <a:solidFill>
                <a:schemeClr val="dk1"/>
              </a:solidFill>
              <a:effectLst/>
              <a:uFillTx/>
              <a:latin typeface="Franklin Gothic Book"/>
            </a:endParaRPr>
          </a:p>
        </p:txBody>
      </p:sp>
      <p:sp>
        <p:nvSpPr>
          <p:cNvPr id="31" name="PlaceHolder 3"/>
          <p:cNvSpPr>
            <a:spLocks noGrp="1"/>
          </p:cNvSpPr>
          <p:nvPr>
            <p:ph type="body" hasCustomPrompt="1"/>
          </p:nvPr>
        </p:nvSpPr>
        <p:spPr>
          <a:xfrm>
            <a:off x="594360" y="2810520"/>
            <a:ext cx="5197680" cy="331884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28332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54864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82296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100584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32" name="PlaceHolder 4"/>
          <p:cNvSpPr>
            <a:spLocks noGrp="1"/>
          </p:cNvSpPr>
          <p:nvPr>
            <p:ph type="sldNum" idx="5"/>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FD8B3A79-B3D2-4075-BF8C-52B0ABC6132C}"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33" name="PlaceHolder 5"/>
          <p:cNvSpPr>
            <a:spLocks noGrp="1"/>
          </p:cNvSpPr>
          <p:nvPr>
            <p:ph type="dt" idx="6"/>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34" name="BCSTO modèle 17"/>
          <p:cNvPicPr/>
          <p:nvPr/>
        </p:nvPicPr>
        <p:blipFill>
          <a:blip r:embed="rId2"/>
          <a:stretch/>
        </p:blipFill>
        <p:spPr>
          <a:xfrm>
            <a:off x="11334600" y="228600"/>
            <a:ext cx="456480" cy="456480"/>
          </a:xfrm>
          <a:prstGeom prst="rect">
            <a:avLst/>
          </a:prstGeom>
          <a:noFill/>
          <a:ln w="0">
            <a:noFill/>
          </a:ln>
        </p:spPr>
      </p:pic>
      <p:sp>
        <p:nvSpPr>
          <p:cNvPr id="35"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contenu et image">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37" name="PlaceHolder 2"/>
          <p:cNvSpPr>
            <a:spLocks noGrp="1"/>
          </p:cNvSpPr>
          <p:nvPr>
            <p:ph type="body" hasCustomPrompt="1"/>
          </p:nvPr>
        </p:nvSpPr>
        <p:spPr>
          <a:xfrm>
            <a:off x="594360" y="3279600"/>
            <a:ext cx="5043600" cy="2993760"/>
          </a:xfrm>
          <a:prstGeom prst="rect">
            <a:avLst/>
          </a:prstGeom>
          <a:noFill/>
          <a:ln w="0">
            <a:noFill/>
          </a:ln>
        </p:spPr>
        <p:txBody>
          <a:bodyPr lIns="0" tIns="228600" rIns="0" bIns="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68580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38" name="PlaceHolder 3"/>
          <p:cNvSpPr>
            <a:spLocks noGrp="1"/>
          </p:cNvSpPr>
          <p:nvPr>
            <p:ph type="body"/>
          </p:nvPr>
        </p:nvSpPr>
        <p:spPr>
          <a:xfrm>
            <a:off x="6095880" y="0"/>
            <a:ext cx="6117480" cy="6857280"/>
          </a:xfrm>
          <a:prstGeom prst="rect">
            <a:avLst/>
          </a:prstGeom>
          <a:noFill/>
          <a:ln w="0">
            <a:noFill/>
          </a:ln>
        </p:spPr>
        <p:txBody>
          <a:bodyPr lIns="90000" tIns="45000" rIns="90000" bIns="45000" anchor="t">
            <a:normAutofit/>
          </a:bodyPr>
          <a:lstStyle>
            <a:lvl1pPr indent="0" algn="ctr" defTabSz="914400">
              <a:lnSpc>
                <a:spcPct val="100000"/>
              </a:lnSpc>
              <a:buNone/>
              <a:tabLst>
                <a:tab pos="0" algn="l"/>
              </a:tabLst>
              <a:defRPr lang="fr-FR" sz="2000" b="0" u="none" strike="noStrike">
                <a:solidFill>
                  <a:schemeClr val="dk1"/>
                </a:solidFill>
                <a:effectLst/>
                <a:uFillTx/>
                <a:latin typeface="Franklin Gothic Book"/>
              </a:defRPr>
            </a:lvl1pPr>
          </a:lstStyle>
          <a:p>
            <a:pPr indent="0" algn="ctr" defTabSz="914400">
              <a:lnSpc>
                <a:spcPct val="100000"/>
              </a:lnSpc>
              <a:buNone/>
              <a:tabLst>
                <a:tab pos="0" algn="l"/>
              </a:tabLst>
            </a:pPr>
            <a:r>
              <a:rPr lang="fr-FR" sz="2000" b="0" u="none" strike="noStrike">
                <a:solidFill>
                  <a:schemeClr val="dk1"/>
                </a:solidFill>
                <a:effectLst/>
                <a:uFillTx/>
                <a:latin typeface="Franklin Gothic Book"/>
              </a:rPr>
              <a:t>Cliquez sur l'icône pour ajouter une image</a:t>
            </a:r>
            <a:endParaRPr lang="fr-FR" sz="2000" b="0" u="none" strike="noStrike">
              <a:solidFill>
                <a:schemeClr val="dk1"/>
              </a:solidFill>
              <a:effectLst/>
              <a:uFillTx/>
              <a:latin typeface="Franklin Gothic Book"/>
            </a:endParaRPr>
          </a:p>
        </p:txBody>
      </p:sp>
      <p:sp>
        <p:nvSpPr>
          <p:cNvPr id="39" name="PlaceHolder 4"/>
          <p:cNvSpPr>
            <a:spLocks noGrp="1"/>
          </p:cNvSpPr>
          <p:nvPr>
            <p:ph type="sldNum" idx="7"/>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B4E96DEF-A2DE-4B6D-9DDD-8BF861A40E8E}"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40" name="PlaceHolder 5"/>
          <p:cNvSpPr>
            <a:spLocks noGrp="1"/>
          </p:cNvSpPr>
          <p:nvPr>
            <p:ph type="dt" idx="8"/>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41" name="BCSTO modèle 17"/>
          <p:cNvPicPr/>
          <p:nvPr/>
        </p:nvPicPr>
        <p:blipFill>
          <a:blip r:embed="rId2"/>
          <a:stretch/>
        </p:blipFill>
        <p:spPr>
          <a:xfrm>
            <a:off x="11334600" y="228600"/>
            <a:ext cx="456480" cy="456480"/>
          </a:xfrm>
          <a:prstGeom prst="rect">
            <a:avLst/>
          </a:prstGeom>
          <a:noFill/>
          <a:ln w="0">
            <a:noFill/>
          </a:ln>
        </p:spPr>
      </p:pic>
      <p:sp>
        <p:nvSpPr>
          <p:cNvPr id="42"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1">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60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6000" b="1" u="none" spc="99" strike="noStrike">
                <a:solidFill>
                  <a:schemeClr val="dk1"/>
                </a:solidFill>
                <a:effectLst/>
                <a:uFillTx/>
                <a:latin typeface="Franklin Gothic Demi"/>
              </a:rPr>
              <a:t>Cliquez pour ajouter un titre </a:t>
            </a:r>
            <a:endParaRPr lang="fr-FR" sz="6000" b="1" u="none" spc="99" strike="noStrike">
              <a:solidFill>
                <a:schemeClr val="dk1"/>
              </a:solidFill>
              <a:effectLst/>
              <a:uFillTx/>
              <a:latin typeface="Franklin Gothic Demi"/>
            </a:endParaRPr>
          </a:p>
        </p:txBody>
      </p:sp>
      <p:pic>
        <p:nvPicPr>
          <p:cNvPr id="44" name="BCSTO modèle 3"/>
          <p:cNvPicPr/>
          <p:nvPr/>
        </p:nvPicPr>
        <p:blipFill>
          <a:blip r:embed="rId2"/>
          <a:stretch/>
        </p:blipFill>
        <p:spPr>
          <a:xfrm>
            <a:off x="1809720" y="2048040"/>
            <a:ext cx="2285280" cy="2285280"/>
          </a:xfrm>
          <a:prstGeom prst="rect">
            <a:avLst/>
          </a:prstGeom>
          <a:noFill/>
          <a:ln w="0">
            <a:noFill/>
          </a:ln>
        </p:spPr>
      </p:pic>
      <p:sp>
        <p:nvSpPr>
          <p:cNvPr id="4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Franklin Gothic Book"/>
              </a:defRPr>
            </a:lvl1pPr>
            <a:lvl2pPr lvl="1" algn="l" defTabSz="914400">
              <a:lnSpc>
                <a:spcPct val="90000"/>
              </a:lnSpc>
              <a:spcBef>
                <a:spcPts val="499"/>
              </a:spcBef>
              <a:buClr>
                <a:srgbClr val="000000"/>
              </a:buClr>
              <a:buSzPct val="75000"/>
              <a:buFont typeface="Symbol" charset="2"/>
              <a:buChar char=""/>
              <a:defRPr lang="fr-FR" sz="2400" b="0" u="none" strike="noStrike">
                <a:solidFill>
                  <a:schemeClr val="dk1"/>
                </a:solidFill>
                <a:effectLst/>
                <a:uFillTx/>
                <a:latin typeface="Franklin Gothic Book"/>
              </a:defRPr>
            </a:lvl2pPr>
            <a:lvl3pPr lvl="2" algn="l" defTabSz="914400">
              <a:lnSpc>
                <a:spcPct val="90000"/>
              </a:lnSpc>
              <a:spcBef>
                <a:spcPts val="499"/>
              </a:spcBef>
              <a:buClr>
                <a:srgbClr val="000000"/>
              </a:buClr>
              <a:buSzPct val="45000"/>
              <a:buFont typeface="Wingdings" charset="2"/>
              <a:buChar char=""/>
              <a:defRPr lang="fr-FR" sz="2000" b="0" u="none" strike="noStrike">
                <a:solidFill>
                  <a:schemeClr val="dk1"/>
                </a:solidFill>
                <a:effectLst/>
                <a:uFillTx/>
                <a:latin typeface="Franklin Gothic Book"/>
              </a:defRPr>
            </a:lvl3pPr>
            <a:lvl4pPr lvl="3" algn="l" defTabSz="914400">
              <a:lnSpc>
                <a:spcPct val="90000"/>
              </a:lnSpc>
              <a:spcBef>
                <a:spcPts val="499"/>
              </a:spcBef>
              <a:buClr>
                <a:srgbClr val="000000"/>
              </a:buClr>
              <a:buSzPct val="75000"/>
              <a:buFont typeface="Symbol" charset="2"/>
              <a:buChar char=""/>
              <a:defRPr lang="fr-FR" sz="1800" b="0" u="none" strike="noStrike">
                <a:solidFill>
                  <a:schemeClr val="dk1"/>
                </a:solidFill>
                <a:effectLst/>
                <a:uFillTx/>
                <a:latin typeface="Franklin Gothic Book"/>
              </a:defRPr>
            </a:lvl4pPr>
            <a:lvl5pPr lvl="4" algn="l" defTabSz="914400">
              <a:lnSpc>
                <a:spcPct val="90000"/>
              </a:lnSpc>
              <a:spcBef>
                <a:spcPts val="499"/>
              </a:spcBef>
              <a:buClr>
                <a:srgbClr val="000000"/>
              </a:buClr>
              <a:buSzPct val="45000"/>
              <a:buFont typeface="Wingdings" charset="2"/>
              <a:buChar char=""/>
              <a:defRPr lang="fr-FR" sz="1800" b="0" u="none" strike="noStrike">
                <a:solidFill>
                  <a:schemeClr val="dk1"/>
                </a:solidFill>
                <a:effectLst/>
                <a:uFillTx/>
                <a:latin typeface="Franklin Gothic Book"/>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Franklin Gothic Book"/>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Franklin Gothic Book"/>
              </a:defRPr>
            </a:lvl7pPr>
          </a:lstStyle>
          <a:p>
            <a:pPr marL="228600" indent="-28332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Franklin Gothic Book"/>
              </a:rPr>
              <a:t>Click to edit the outline text format</a:t>
            </a:r>
            <a:endParaRPr lang="fr-FR" sz="2800" b="0" u="none" strike="noStrike">
              <a:solidFill>
                <a:schemeClr val="dk1"/>
              </a:solidFill>
              <a:effectLst/>
              <a:uFillTx/>
              <a:latin typeface="Franklin Gothic Book"/>
            </a:endParaRPr>
          </a:p>
          <a:p>
            <a:pPr marL="864000" lvl="1" indent="-324000" algn="l" defTabSz="914400">
              <a:lnSpc>
                <a:spcPct val="90000"/>
              </a:lnSpc>
              <a:spcBef>
                <a:spcPts val="499"/>
              </a:spcBef>
              <a:buClr>
                <a:srgbClr val="000000"/>
              </a:buClr>
              <a:buSzPct val="75000"/>
              <a:buFont typeface="Symbol" charset="2"/>
              <a:buChar char=""/>
            </a:pPr>
            <a:r>
              <a:rPr lang="fr-FR" sz="2400" b="0" u="none" strike="noStrike">
                <a:solidFill>
                  <a:schemeClr val="dk1"/>
                </a:solidFill>
                <a:effectLst/>
                <a:uFillTx/>
                <a:latin typeface="Franklin Gothic Book"/>
              </a:rPr>
              <a:t>Second Outline Level</a:t>
            </a:r>
            <a:endParaRPr lang="fr-FR" sz="2400" b="0" u="none" strike="noStrike">
              <a:solidFill>
                <a:schemeClr val="dk1"/>
              </a:solidFill>
              <a:effectLst/>
              <a:uFillTx/>
              <a:latin typeface="Franklin Gothic Book"/>
            </a:endParaRPr>
          </a:p>
          <a:p>
            <a:pPr marL="1296000" lvl="2" indent="-288000" algn="l" defTabSz="914400">
              <a:lnSpc>
                <a:spcPct val="90000"/>
              </a:lnSpc>
              <a:spcBef>
                <a:spcPts val="499"/>
              </a:spcBef>
              <a:buClr>
                <a:srgbClr val="000000"/>
              </a:buClr>
              <a:buSzPct val="45000"/>
              <a:buFont typeface="Wingdings" charset="2"/>
              <a:buChar char=""/>
            </a:pPr>
            <a:r>
              <a:rPr lang="fr-FR" sz="2000" b="0" u="none" strike="noStrike">
                <a:solidFill>
                  <a:schemeClr val="dk1"/>
                </a:solidFill>
                <a:effectLst/>
                <a:uFillTx/>
                <a:latin typeface="Franklin Gothic Book"/>
              </a:rPr>
              <a:t>Third Outline Level</a:t>
            </a:r>
            <a:endParaRPr lang="fr-FR" sz="2000" b="0" u="none" strike="noStrike">
              <a:solidFill>
                <a:schemeClr val="dk1"/>
              </a:solidFill>
              <a:effectLst/>
              <a:uFillTx/>
              <a:latin typeface="Franklin Gothic Book"/>
            </a:endParaRPr>
          </a:p>
          <a:p>
            <a:pPr marL="1728000" lvl="3" indent="-216000" algn="l" defTabSz="914400">
              <a:lnSpc>
                <a:spcPct val="90000"/>
              </a:lnSpc>
              <a:spcBef>
                <a:spcPts val="499"/>
              </a:spcBef>
              <a:buClr>
                <a:srgbClr val="000000"/>
              </a:buClr>
              <a:buSzPct val="75000"/>
              <a:buFont typeface="Symbol" charset="2"/>
              <a:buChar char=""/>
            </a:pPr>
            <a:r>
              <a:rPr lang="fr-FR" sz="1800" b="0" u="none" strike="noStrike">
                <a:solidFill>
                  <a:schemeClr val="dk1"/>
                </a:solidFill>
                <a:effectLst/>
                <a:uFillTx/>
                <a:latin typeface="Franklin Gothic Book"/>
              </a:rPr>
              <a:t>Fourth Outline Level</a:t>
            </a:r>
            <a:endParaRPr lang="fr-FR" sz="1800" b="0" u="none" strike="noStrike">
              <a:solidFill>
                <a:schemeClr val="dk1"/>
              </a:solidFill>
              <a:effectLst/>
              <a:uFillTx/>
              <a:latin typeface="Franklin Gothic Book"/>
            </a:endParaRPr>
          </a:p>
          <a:p>
            <a:pPr marL="2160000" lvl="4" indent="-216000" algn="l" defTabSz="914400">
              <a:lnSpc>
                <a:spcPct val="90000"/>
              </a:lnSpc>
              <a:spcBef>
                <a:spcPts val="499"/>
              </a:spcBef>
              <a:buClr>
                <a:srgbClr val="000000"/>
              </a:buClr>
              <a:buSzPct val="45000"/>
              <a:buFont typeface="Wingdings" charset="2"/>
              <a:buChar char=""/>
            </a:pPr>
            <a:r>
              <a:rPr lang="fr-FR" sz="1800" b="0" u="none" strike="noStrike">
                <a:solidFill>
                  <a:schemeClr val="dk1"/>
                </a:solidFill>
                <a:effectLst/>
                <a:uFillTx/>
                <a:latin typeface="Franklin Gothic Book"/>
              </a:rPr>
              <a:t>Fifth Outline Level</a:t>
            </a:r>
            <a:endParaRPr lang="fr-FR" sz="1800" b="0" u="none" strike="noStrike">
              <a:solidFill>
                <a:schemeClr val="dk1"/>
              </a:solidFill>
              <a:effectLst/>
              <a:uFillTx/>
              <a:latin typeface="Franklin Gothic Book"/>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Franklin Gothic Book"/>
              </a:rPr>
              <a:t>Sixth Outline Level</a:t>
            </a:r>
            <a:endParaRPr lang="fr-FR" sz="2000" b="0" u="none" strike="noStrike">
              <a:solidFill>
                <a:schemeClr val="dk1"/>
              </a:solidFill>
              <a:effectLst/>
              <a:uFillTx/>
              <a:latin typeface="Franklin Gothic Book"/>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Franklin Gothic Book"/>
              </a:rPr>
              <a:t>Seventh Outline Level</a:t>
            </a:r>
            <a:endParaRPr lang="fr-FR" sz="2000" b="0" u="none" strike="noStrike">
              <a:solidFill>
                <a:schemeClr val="dk1"/>
              </a:solidFill>
              <a:effectLst/>
              <a:uFillTx/>
              <a:latin typeface="Franklin Gothic Book"/>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contenu et tableau">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47" name="PlaceHolder 2"/>
          <p:cNvSpPr>
            <a:spLocks noGrp="1"/>
          </p:cNvSpPr>
          <p:nvPr>
            <p:ph type="body" hasCustomPrompt="1"/>
          </p:nvPr>
        </p:nvSpPr>
        <p:spPr>
          <a:xfrm>
            <a:off x="603720" y="583920"/>
            <a:ext cx="2824560" cy="3998520"/>
          </a:xfrm>
          <a:prstGeom prst="rect">
            <a:avLst/>
          </a:prstGeom>
          <a:noFill/>
          <a:ln w="0">
            <a:noFill/>
          </a:ln>
        </p:spPr>
        <p:txBody>
          <a:bodyPr lIns="0" tIns="274320" rIns="91440" bIns="4572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marL="457200"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2pPr>
            <a:lvl3pPr marL="914400"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3pPr>
            <a:lvl4pPr marL="1371600"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4pPr>
            <a:lvl5pPr marL="1828800"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45720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91440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37160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182880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48" name="PlaceHolder 3"/>
          <p:cNvSpPr>
            <a:spLocks noGrp="1"/>
          </p:cNvSpPr>
          <p:nvPr>
            <p:ph type="body" hasCustomPrompt="1"/>
          </p:nvPr>
        </p:nvSpPr>
        <p:spPr>
          <a:xfrm>
            <a:off x="3670920" y="583920"/>
            <a:ext cx="7926120" cy="3998520"/>
          </a:xfrm>
          <a:prstGeom prst="rect">
            <a:avLst/>
          </a:prstGeom>
          <a:noFill/>
          <a:ln w="0">
            <a:noFill/>
          </a:ln>
        </p:spPr>
        <p:txBody>
          <a:bodyPr lIns="0" tIns="45720" rIns="91440" bIns="4572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601"/>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685800" lvl="1" indent="-283320" algn="l" defTabSz="914400">
              <a:lnSpc>
                <a:spcPct val="90000"/>
              </a:lnSpc>
              <a:spcBef>
                <a:spcPts val="601"/>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49" name="PlaceHolder 4"/>
          <p:cNvSpPr>
            <a:spLocks noGrp="1"/>
          </p:cNvSpPr>
          <p:nvPr>
            <p:ph type="sldNum" idx="9"/>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FACD89A5-663B-496F-AA6A-378EA4EB3340}"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50" name="PlaceHolder 5"/>
          <p:cNvSpPr>
            <a:spLocks noGrp="1"/>
          </p:cNvSpPr>
          <p:nvPr>
            <p:ph type="dt" idx="10"/>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51" name="BCSTO modèle 17"/>
          <p:cNvPicPr/>
          <p:nvPr/>
        </p:nvPicPr>
        <p:blipFill>
          <a:blip r:embed="rId2"/>
          <a:stretch/>
        </p:blipFill>
        <p:spPr>
          <a:xfrm>
            <a:off x="11334600" y="228600"/>
            <a:ext cx="456480" cy="456480"/>
          </a:xfrm>
          <a:prstGeom prst="rect">
            <a:avLst/>
          </a:prstGeom>
          <a:noFill/>
          <a:ln w="0">
            <a:noFill/>
          </a:ln>
        </p:spPr>
      </p:pic>
      <p:sp>
        <p:nvSpPr>
          <p:cNvPr id="52"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et deux contenus">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54" name="PlaceHolder 2"/>
          <p:cNvSpPr>
            <a:spLocks noGrp="1"/>
          </p:cNvSpPr>
          <p:nvPr>
            <p:ph type="body" hasCustomPrompt="1"/>
          </p:nvPr>
        </p:nvSpPr>
        <p:spPr>
          <a:xfrm>
            <a:off x="595440" y="2676600"/>
            <a:ext cx="5745960" cy="3596760"/>
          </a:xfrm>
          <a:prstGeom prst="rect">
            <a:avLst/>
          </a:prstGeom>
          <a:noFill/>
          <a:ln w="0">
            <a:noFill/>
          </a:ln>
        </p:spPr>
        <p:txBody>
          <a:bodyPr lIns="0" tIns="45720" rIns="91440" bIns="45720" anchor="t">
            <a:normAutofit/>
          </a:bodyPr>
          <a:lstStyle>
            <a:lvl1pPr indent="0" algn="l" defTabSz="914400">
              <a:lnSpc>
                <a:spcPct val="90000"/>
              </a:lnSpc>
              <a:spcBef>
                <a:spcPts val="1800"/>
              </a:spcBef>
              <a:buNone/>
              <a:tabLst>
                <a:tab pos="0" algn="l"/>
              </a:tabLst>
              <a:defRPr lang="fr-FR" sz="2000" b="0" u="none" strike="noStrike">
                <a:solidFill>
                  <a:schemeClr val="dk1"/>
                </a:solidFill>
                <a:effectLst/>
                <a:uFillTx/>
                <a:latin typeface="Franklin Gothic Book"/>
              </a:defRPr>
            </a:lvl1pPr>
            <a:lvl2pPr lvl="1" algn="l" defTabSz="914400">
              <a:lnSpc>
                <a:spcPct val="90000"/>
              </a:lnSpc>
              <a:spcBef>
                <a:spcPts val="601"/>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685800" lvl="1" indent="-283320" algn="l" defTabSz="914400">
              <a:lnSpc>
                <a:spcPct val="90000"/>
              </a:lnSpc>
              <a:spcBef>
                <a:spcPts val="601"/>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55" name="PlaceHolder 3"/>
          <p:cNvSpPr>
            <a:spLocks noGrp="1"/>
          </p:cNvSpPr>
          <p:nvPr>
            <p:ph type="body" hasCustomPrompt="1"/>
          </p:nvPr>
        </p:nvSpPr>
        <p:spPr>
          <a:xfrm>
            <a:off x="7620120" y="2676600"/>
            <a:ext cx="3946320" cy="3596760"/>
          </a:xfrm>
          <a:prstGeom prst="rect">
            <a:avLst/>
          </a:prstGeom>
          <a:noFill/>
          <a:ln w="0">
            <a:noFill/>
          </a:ln>
        </p:spPr>
        <p:txBody>
          <a:bodyPr lIns="0" tIns="45720" rIns="91440" bIns="45720" anchor="t">
            <a:normAutofit/>
          </a:bodyPr>
          <a:lstStyle>
            <a:lvl1pPr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1pPr>
            <a:lvl2pPr lvl="1"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tabLst>
                <a:tab pos="0" algn="l"/>
              </a:tabLst>
              <a:defRPr lang="fr-FR" sz="2000" b="0" u="none" strike="noStrike">
                <a:solidFill>
                  <a:schemeClr val="dk1"/>
                </a:solidFill>
                <a:effectLst/>
                <a:uFillTx/>
                <a:latin typeface="Franklin Gothic Book"/>
              </a:defRPr>
            </a:lvl5pPr>
          </a:lstStyle>
          <a:p>
            <a:pPr marL="343080" indent="-34308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Cliquer pour ajouter du contenu</a:t>
            </a:r>
            <a:endParaRPr lang="fr-FR" sz="2000" b="0" u="none" strike="noStrike">
              <a:solidFill>
                <a:schemeClr val="dk1"/>
              </a:solidFill>
              <a:effectLst/>
              <a:uFillTx/>
              <a:latin typeface="Franklin Gothic Book"/>
            </a:endParaRPr>
          </a:p>
          <a:p>
            <a:pPr marL="68580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56" name="PlaceHolder 4"/>
          <p:cNvSpPr>
            <a:spLocks noGrp="1"/>
          </p:cNvSpPr>
          <p:nvPr>
            <p:ph type="dt" idx="11"/>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 name="PlaceHolder 5"/>
          <p:cNvSpPr>
            <a:spLocks noGrp="1"/>
          </p:cNvSpPr>
          <p:nvPr>
            <p:ph type="sldNum" idx="12"/>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1C2E1592-7EA5-46E5-A95F-F961B70BC170}"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pic>
        <p:nvPicPr>
          <p:cNvPr id="58" name="BCSTO modèle 17"/>
          <p:cNvPicPr/>
          <p:nvPr/>
        </p:nvPicPr>
        <p:blipFill>
          <a:blip r:embed="rId2"/>
          <a:stretch/>
        </p:blipFill>
        <p:spPr>
          <a:xfrm>
            <a:off x="11334600" y="228600"/>
            <a:ext cx="456480" cy="456480"/>
          </a:xfrm>
          <a:prstGeom prst="rect">
            <a:avLst/>
          </a:prstGeom>
          <a:noFill/>
          <a:ln w="0">
            <a:noFill/>
          </a:ln>
        </p:spPr>
      </p:pic>
      <p:sp>
        <p:nvSpPr>
          <p:cNvPr id="59"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leau 2">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hasCustomPrompt="1"/>
          </p:nvPr>
        </p:nvSpPr>
        <p:spPr>
          <a:xfrm>
            <a:off x="594360" y="202320"/>
            <a:ext cx="10972080" cy="1153080"/>
          </a:xfrm>
          <a:prstGeom prst="rect">
            <a:avLst/>
          </a:prstGeom>
          <a:noFill/>
          <a:ln w="0">
            <a:noFill/>
          </a:ln>
        </p:spPr>
        <p:txBody>
          <a:bodyPr lIns="0" tIns="0" rIns="0" bIns="0" anchor="t">
            <a:noAutofit/>
          </a:bodyPr>
          <a:lstStyle>
            <a:lvl1pPr indent="0" algn="l" defTabSz="914400">
              <a:lnSpc>
                <a:spcPct val="80000"/>
              </a:lnSpc>
              <a:buNone/>
              <a:tabLst>
                <a:tab pos="0" algn="l"/>
              </a:tabLst>
              <a:defRPr lang="fr-FR" sz="44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99" strike="noStrike">
                <a:solidFill>
                  <a:schemeClr val="dk1"/>
                </a:solidFill>
                <a:effectLst/>
                <a:uFillTx/>
                <a:latin typeface="Franklin Gothic Demi"/>
              </a:rPr>
              <a:t>Cliquez pour ajouter un titre </a:t>
            </a:r>
            <a:endParaRPr lang="fr-FR" sz="4400" b="1" u="none" spc="99" strike="noStrike">
              <a:solidFill>
                <a:schemeClr val="dk1"/>
              </a:solidFill>
              <a:effectLst/>
              <a:uFillTx/>
              <a:latin typeface="Franklin Gothic Demi"/>
            </a:endParaRPr>
          </a:p>
        </p:txBody>
      </p:sp>
      <p:sp>
        <p:nvSpPr>
          <p:cNvPr id="61" name="PlaceHolder 2"/>
          <p:cNvSpPr>
            <a:spLocks noGrp="1"/>
          </p:cNvSpPr>
          <p:nvPr>
            <p:ph type="body"/>
          </p:nvPr>
        </p:nvSpPr>
        <p:spPr>
          <a:xfrm>
            <a:off x="594360" y="2628720"/>
            <a:ext cx="10972080" cy="3636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fr-FR" sz="1800" b="0" u="none" strike="noStrike">
                <a:solidFill>
                  <a:schemeClr val="lt1"/>
                </a:solidFill>
                <a:effectLst/>
                <a:uFillTx/>
                <a:latin typeface="Franklin Gothic Book"/>
              </a:defRPr>
            </a:lvl1pPr>
          </a:lstStyle>
          <a:p>
            <a:pPr indent="0" algn="l" defTabSz="914400">
              <a:lnSpc>
                <a:spcPct val="100000"/>
              </a:lnSpc>
              <a:buNone/>
              <a:tabLst>
                <a:tab pos="0" algn="l"/>
              </a:tabLst>
            </a:pPr>
            <a:r>
              <a:rPr lang="fr-FR" sz="1800" b="0" u="none" strike="noStrike">
                <a:solidFill>
                  <a:schemeClr val="lt1"/>
                </a:solidFill>
                <a:effectLst/>
                <a:uFillTx/>
                <a:latin typeface="Franklin Gothic Book"/>
              </a:rPr>
              <a:t>Cliquez sur l'icône pour ajouter un tableau</a:t>
            </a:r>
            <a:endParaRPr lang="fr-FR" sz="1800" b="0" u="none" strike="noStrike">
              <a:solidFill>
                <a:schemeClr val="lt1"/>
              </a:solidFill>
              <a:effectLst/>
              <a:uFillTx/>
              <a:latin typeface="Franklin Gothic Book"/>
            </a:endParaRPr>
          </a:p>
        </p:txBody>
      </p:sp>
      <p:sp>
        <p:nvSpPr>
          <p:cNvPr id="62" name="PlaceHolder 3"/>
          <p:cNvSpPr>
            <a:spLocks noGrp="1"/>
          </p:cNvSpPr>
          <p:nvPr>
            <p:ph type="sldNum" idx="13"/>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13E43421-A6A2-48BD-831E-C6BD6F6F54A7}"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63" name="PlaceHolder 4"/>
          <p:cNvSpPr>
            <a:spLocks noGrp="1"/>
          </p:cNvSpPr>
          <p:nvPr>
            <p:ph type="dt" idx="14"/>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64" name="BCSTO modèle 17"/>
          <p:cNvPicPr/>
          <p:nvPr/>
        </p:nvPicPr>
        <p:blipFill>
          <a:blip r:embed="rId2"/>
          <a:stretch/>
        </p:blipFill>
        <p:spPr>
          <a:xfrm>
            <a:off x="11334600" y="228600"/>
            <a:ext cx="456480" cy="456480"/>
          </a:xfrm>
          <a:prstGeom prst="rect">
            <a:avLst/>
          </a:prstGeom>
          <a:noFill/>
          <a:ln w="0">
            <a:noFill/>
          </a:ln>
        </p:spPr>
      </p:pic>
      <p:sp>
        <p:nvSpPr>
          <p:cNvPr id="65" name="BCSTO modèle 1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3">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hasCustomPrompt="1"/>
          </p:nvPr>
        </p:nvSpPr>
        <p:spPr>
          <a:xfrm>
            <a:off x="59436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fr-FR" sz="6000" b="1" u="none" spc="99" strike="noStrike">
                <a:solidFill>
                  <a:schemeClr val="dk1"/>
                </a:solidFill>
                <a:effectLst/>
                <a:uFillTx/>
                <a:latin typeface="Franklin Gothic Demi"/>
              </a:defRPr>
            </a:lvl1pPr>
          </a:lstStyle>
          <a:p>
            <a:pPr indent="0" algn="l" defTabSz="914400">
              <a:lnSpc>
                <a:spcPct val="80000"/>
              </a:lnSpc>
              <a:buNone/>
              <a:tabLst>
                <a:tab pos="0" algn="l"/>
              </a:tabLst>
            </a:pPr>
            <a:r>
              <a:rPr lang="fr-FR" sz="6000" b="1" u="none" spc="99" strike="noStrike">
                <a:solidFill>
                  <a:schemeClr val="dk1"/>
                </a:solidFill>
                <a:effectLst/>
                <a:uFillTx/>
                <a:latin typeface="Franklin Gothic Demi"/>
              </a:rPr>
              <a:t>Cliquez pour ajouter un titre </a:t>
            </a:r>
            <a:endParaRPr lang="fr-FR" sz="6000" b="1" u="none" spc="99" strike="noStrike">
              <a:solidFill>
                <a:schemeClr val="dk1"/>
              </a:solidFill>
              <a:effectLst/>
              <a:uFillTx/>
              <a:latin typeface="Franklin Gothic Demi"/>
            </a:endParaRPr>
          </a:p>
        </p:txBody>
      </p:sp>
      <p:sp>
        <p:nvSpPr>
          <p:cNvPr id="67" name="PlaceHolder 2"/>
          <p:cNvSpPr>
            <a:spLocks noGrp="1"/>
          </p:cNvSpPr>
          <p:nvPr>
            <p:ph type="body" hasCustomPrompt="1"/>
          </p:nvPr>
        </p:nvSpPr>
        <p:spPr>
          <a:xfrm>
            <a:off x="594360" y="454968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fr-FR" sz="2400" b="1" u="none" strike="noStrike">
                <a:solidFill>
                  <a:schemeClr val="lt2">
                    <a:lumMod val="75000"/>
                  </a:schemeClr>
                </a:solidFill>
                <a:effectLst/>
                <a:uFillTx/>
                <a:latin typeface="Franklin Gothic Book"/>
              </a:defRPr>
            </a:lvl1pPr>
          </a:lstStyle>
          <a:p>
            <a:pPr indent="0" algn="l" defTabSz="914400">
              <a:lnSpc>
                <a:spcPct val="90000"/>
              </a:lnSpc>
              <a:spcBef>
                <a:spcPts val="1001"/>
              </a:spcBef>
              <a:buNone/>
              <a:tabLst>
                <a:tab pos="0" algn="l"/>
              </a:tabLst>
            </a:pPr>
            <a:r>
              <a:rPr lang="fr-FR" sz="2400" b="1" u="none" strike="noStrike">
                <a:solidFill>
                  <a:schemeClr val="lt2">
                    <a:lumMod val="75000"/>
                  </a:schemeClr>
                </a:solidFill>
                <a:effectLst/>
                <a:uFillTx/>
                <a:latin typeface="Franklin Gothic Book"/>
              </a:rPr>
              <a:t>Cliquer pour ajouter du texte</a:t>
            </a:r>
            <a:endParaRPr lang="fr-FR" sz="2400" b="1" u="none" strike="noStrike">
              <a:solidFill>
                <a:schemeClr val="lt2">
                  <a:lumMod val="75000"/>
                </a:schemeClr>
              </a:solidFill>
              <a:effectLst/>
              <a:uFillTx/>
              <a:latin typeface="Franklin Gothic Book"/>
            </a:endParaRPr>
          </a:p>
        </p:txBody>
      </p:sp>
      <p:pic>
        <p:nvPicPr>
          <p:cNvPr id="68" name="BCSTO modèle 19"/>
          <p:cNvPicPr/>
          <p:nvPr/>
        </p:nvPicPr>
        <p:blipFill>
          <a:blip r:embed="rId2"/>
          <a:stretch/>
        </p:blipFill>
        <p:spPr>
          <a:xfrm>
            <a:off x="1809720" y="2048040"/>
            <a:ext cx="2285280" cy="2285280"/>
          </a:xfrm>
          <a:prstGeom prst="rect">
            <a:avLst/>
          </a:prstGeom>
          <a:noFill/>
          <a:ln w="0">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l" defTabSz="914400">
              <a:lnSpc>
                <a:spcPct val="80000"/>
              </a:lnSpc>
              <a:buNone/>
              <a:tabLst>
                <a:tab pos="0" algn="l"/>
              </a:tabLst>
              <a:defRPr lang="fr-FR" sz="1800" b="0" u="none" spc="99" strike="noStrike">
                <a:solidFill>
                  <a:schemeClr val="dk1"/>
                </a:solidFill>
                <a:effectLst/>
                <a:uFillTx/>
                <a:latin typeface="Aptos"/>
              </a:defRPr>
            </a:lvl1pPr>
          </a:lstStyle>
          <a:p>
            <a:pPr indent="0" algn="l" defTabSz="914400">
              <a:lnSpc>
                <a:spcPct val="80000"/>
              </a:lnSpc>
              <a:buNone/>
              <a:tabLst>
                <a:tab pos="0" algn="l"/>
              </a:tabLst>
            </a:pPr>
            <a:r>
              <a:rPr lang="fr-FR" sz="1800" b="0" u="none" spc="99" strike="noStrike">
                <a:solidFill>
                  <a:schemeClr val="dk1"/>
                </a:solidFill>
                <a:effectLst/>
                <a:uFillTx/>
                <a:latin typeface="Aptos"/>
              </a:rPr>
              <a:t>Click to edit the title text format</a:t>
            </a:r>
            <a:endParaRPr lang="fr-FR" sz="1800" b="0" u="none" spc="99" strike="noStrike">
              <a:solidFill>
                <a:schemeClr val="dk1"/>
              </a:solidFill>
              <a:effectLst/>
              <a:uFillTx/>
              <a:latin typeface="Aptos"/>
            </a:endParaRPr>
          </a:p>
        </p:txBody>
      </p:sp>
      <p:sp>
        <p:nvSpPr>
          <p:cNvPr id="70"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fr-FR" sz="28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fr-FR" sz="20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7pPr>
          </a:lstStyle>
          <a:p>
            <a:pPr marL="432000" indent="-324000" algn="l" defTabSz="914400">
              <a:lnSpc>
                <a:spcPct val="90000"/>
              </a:lnSpc>
              <a:spcBef>
                <a:spcPts val="1417"/>
              </a:spcBef>
              <a:buClr>
                <a:srgbClr val="000000"/>
              </a:buClr>
              <a:buSzPct val="45000"/>
              <a:buFont typeface="Wingdings" charset="2"/>
              <a:buChar char=""/>
            </a:pPr>
            <a:r>
              <a:rPr lang="fr-FR" sz="2800" b="0" u="none" strike="noStrike">
                <a:solidFill>
                  <a:schemeClr val="dk1"/>
                </a:solidFill>
                <a:effectLst/>
                <a:uFillTx/>
                <a:latin typeface="Aptos"/>
              </a:rPr>
              <a:t>Click to edit the outline text format</a:t>
            </a:r>
            <a:endParaRPr lang="fr-FR" sz="2800" b="0" u="none" strike="noStrike">
              <a:solidFill>
                <a:schemeClr val="dk1"/>
              </a:solidFill>
              <a:effectLst/>
              <a:uFillTx/>
              <a:latin typeface="Aptos"/>
            </a:endParaRPr>
          </a:p>
          <a:p>
            <a:pPr marL="864000" lvl="1" indent="-324000" algn="l" defTabSz="914400">
              <a:lnSpc>
                <a:spcPct val="90000"/>
              </a:lnSpc>
              <a:spcBef>
                <a:spcPts val="1134"/>
              </a:spcBef>
              <a:buClr>
                <a:srgbClr val="000000"/>
              </a:buClr>
              <a:buSzPct val="75000"/>
              <a:buFont typeface="Symbol" charset="2"/>
              <a:buChar char=""/>
            </a:pPr>
            <a:r>
              <a:rPr lang="fr-FR" sz="2000" b="0" u="none" strike="noStrike">
                <a:solidFill>
                  <a:schemeClr val="dk1"/>
                </a:solidFill>
                <a:effectLst/>
                <a:uFillTx/>
                <a:latin typeface="Aptos"/>
              </a:rPr>
              <a:t>Second Outline Level</a:t>
            </a:r>
            <a:endParaRPr lang="fr-FR" sz="2000" b="0" u="none" strike="noStrike">
              <a:solidFill>
                <a:schemeClr val="dk1"/>
              </a:solidFill>
              <a:effectLst/>
              <a:uFillTx/>
              <a:latin typeface="Aptos"/>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ptos"/>
              </a:rPr>
              <a:t>Third Outline Level</a:t>
            </a:r>
            <a:endParaRPr lang="fr-FR" sz="1800" b="0" u="none" strike="noStrike">
              <a:solidFill>
                <a:schemeClr val="dk1"/>
              </a:solidFill>
              <a:effectLst/>
              <a:uFillTx/>
              <a:latin typeface="Aptos"/>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ptos"/>
              </a:rPr>
              <a:t>Fourth Outline Level</a:t>
            </a:r>
            <a:endParaRPr lang="fr-FR" sz="1800" b="0" u="none" strike="noStrike">
              <a:solidFill>
                <a:schemeClr val="dk1"/>
              </a:solidFill>
              <a:effectLst/>
              <a:uFillTx/>
              <a:latin typeface="Aptos"/>
            </a:endParaRPr>
          </a:p>
          <a:p>
            <a:pPr marL="2160000" lvl="4"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Fifth Outline Level</a:t>
            </a:r>
            <a:endParaRPr lang="fr-FR" sz="20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Sixth Outline Level</a:t>
            </a:r>
            <a:endParaRPr lang="fr-FR"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Seventh Outline Level</a:t>
            </a:r>
            <a:endParaRPr lang="fr-FR" sz="2000" b="0" u="none" strike="noStrike">
              <a:solidFill>
                <a:schemeClr val="dk1"/>
              </a:solidFill>
              <a:effectLst/>
              <a:uFillTx/>
              <a:latin typeface="Aptos"/>
            </a:endParaRPr>
          </a:p>
        </p:txBody>
      </p:sp>
      <p:pic>
        <p:nvPicPr>
          <p:cNvPr id="71" name="BCSTO modèle 106"/>
          <p:cNvPicPr/>
          <p:nvPr/>
        </p:nvPicPr>
        <p:blipFill>
          <a:blip r:embed="rId2"/>
          <a:stretch/>
        </p:blipFill>
        <p:spPr>
          <a:xfrm>
            <a:off x="11334600" y="228600"/>
            <a:ext cx="456480" cy="456480"/>
          </a:xfrm>
          <a:prstGeom prst="rect">
            <a:avLst/>
          </a:prstGeom>
          <a:noFill/>
          <a:ln w="0">
            <a:noFill/>
          </a:ln>
        </p:spPr>
      </p:pic>
      <p:sp>
        <p:nvSpPr>
          <p:cNvPr id="72" name="BCSTO modèle 107"/>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solidFill>
          <a:srgbClr val="FFFFFF"/>
        </a:solidFill>
      </p:bgPr>
    </p:bg>
    <p:spTree>
      <p:nvGrpSpPr>
        <p:cNvPr id="1" name=""/>
        <p:cNvGrpSpPr/>
        <p:nvPr/>
      </p:nvGrpSpPr>
      <p:grpSpPr>
        <a:xfrm>
          <a:off x="0" y="0"/>
          <a:ext cx="0" cy="0"/>
          <a:chOff x="0" y="0"/>
          <a:chExt cx="0" cy="0"/>
        </a:xfrm>
      </p:grpSpPr>
      <p:pic>
        <p:nvPicPr>
          <p:cNvPr id="73" name="BCSTO modèle 2"/>
          <p:cNvPicPr/>
          <p:nvPr/>
        </p:nvPicPr>
        <p:blipFill>
          <a:blip r:embed="rId2"/>
          <a:stretch/>
        </p:blipFill>
        <p:spPr>
          <a:xfrm>
            <a:off x="11334600" y="228600"/>
            <a:ext cx="456480" cy="456480"/>
          </a:xfrm>
          <a:prstGeom prst="rect">
            <a:avLst/>
          </a:prstGeom>
          <a:noFill/>
          <a:ln w="0">
            <a:noFill/>
          </a:ln>
        </p:spPr>
      </p:pic>
      <p:sp>
        <p:nvSpPr>
          <p:cNvPr id="74" name="BCSTO modèle 3"/>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7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rdre du jour 1">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hasCustomPrompt="1"/>
          </p:nvPr>
        </p:nvSpPr>
        <p:spPr>
          <a:xfrm>
            <a:off x="594360" y="189720"/>
            <a:ext cx="6787080" cy="1099440"/>
          </a:xfrm>
          <a:prstGeom prst="rect">
            <a:avLst/>
          </a:prstGeom>
          <a:noFill/>
          <a:ln w="0">
            <a:noFill/>
          </a:ln>
        </p:spPr>
        <p:txBody>
          <a:bodyPr lIns="0" tIns="0" rIns="0" bIns="0" anchor="t">
            <a:noAutofit/>
          </a:bodyPr>
          <a:lstStyle>
            <a:lvl1pPr indent="0" algn="l" defTabSz="914400">
              <a:lnSpc>
                <a:spcPct val="80000"/>
              </a:lnSpc>
              <a:buNone/>
              <a:tabLst>
                <a:tab pos="0" algn="l"/>
              </a:tabLst>
              <a:defRPr lang="fr-FR" sz="4400" b="1" u="none" spc="51" strike="noStrike">
                <a:solidFill>
                  <a:schemeClr val="dk1"/>
                </a:solidFill>
                <a:effectLst/>
                <a:uFillTx/>
                <a:latin typeface="Franklin Gothic Demi"/>
              </a:defRPr>
            </a:lvl1pPr>
          </a:lstStyle>
          <a:p>
            <a:pPr indent="0" algn="l" defTabSz="914400">
              <a:lnSpc>
                <a:spcPct val="80000"/>
              </a:lnSpc>
              <a:buNone/>
              <a:tabLst>
                <a:tab pos="0" algn="l"/>
              </a:tabLst>
            </a:pPr>
            <a:r>
              <a:rPr lang="fr-FR" sz="4400" b="1" u="none" spc="51" strike="noStrike">
                <a:solidFill>
                  <a:schemeClr val="dk1"/>
                </a:solidFill>
                <a:effectLst/>
                <a:uFillTx/>
                <a:latin typeface="Franklin Gothic Demi"/>
              </a:rPr>
              <a:t>Cliquez pour ajouter un titre </a:t>
            </a:r>
            <a:endParaRPr lang="fr-FR" sz="4400" b="1" u="none" spc="51" strike="noStrike">
              <a:solidFill>
                <a:schemeClr val="dk1"/>
              </a:solidFill>
              <a:effectLst/>
              <a:uFillTx/>
              <a:latin typeface="Franklin Gothic Demi"/>
            </a:endParaRPr>
          </a:p>
        </p:txBody>
      </p:sp>
      <p:sp>
        <p:nvSpPr>
          <p:cNvPr id="78" name="PlaceHolder 2"/>
          <p:cNvSpPr>
            <a:spLocks noGrp="1"/>
          </p:cNvSpPr>
          <p:nvPr>
            <p:ph type="body" hasCustomPrompt="1"/>
          </p:nvPr>
        </p:nvSpPr>
        <p:spPr>
          <a:xfrm>
            <a:off x="594360" y="1569600"/>
            <a:ext cx="6787080" cy="4420080"/>
          </a:xfrm>
          <a:prstGeom prst="rect">
            <a:avLst/>
          </a:prstGeom>
          <a:noFill/>
          <a:ln w="0">
            <a:noFill/>
          </a:ln>
        </p:spPr>
        <p:txBody>
          <a:bodyPr lIns="0" tIns="228600" rIns="0" bIns="0" anchor="t">
            <a:normAutofit/>
          </a:bodyPr>
          <a:lstStyle>
            <a:lvl1pPr algn="l" defTabSz="914400">
              <a:lnSpc>
                <a:spcPct val="80000"/>
              </a:lnSpc>
              <a:spcBef>
                <a:spcPts val="2200"/>
              </a:spcBef>
              <a:buClr>
                <a:srgbClr val="5D7D40"/>
              </a:buClr>
              <a:buFont typeface="Arial"/>
              <a:buChar char="•"/>
              <a:defRPr lang="fr-FR" sz="2400" b="1" u="none" strike="noStrike">
                <a:solidFill>
                  <a:schemeClr val="lt2">
                    <a:lumMod val="75000"/>
                  </a:schemeClr>
                </a:solidFill>
                <a:effectLst/>
                <a:uFillTx/>
                <a:latin typeface="Franklin Gothic Book"/>
              </a:defRPr>
            </a:lvl1pPr>
            <a:lvl2pPr lvl="1" algn="l" defTabSz="914400">
              <a:lnSpc>
                <a:spcPct val="90000"/>
              </a:lnSpc>
              <a:spcBef>
                <a:spcPts val="601"/>
              </a:spcBef>
              <a:buClr>
                <a:srgbClr val="000000"/>
              </a:buClr>
              <a:buFont typeface="Arial"/>
              <a:buChar char="•"/>
              <a:defRPr lang="fr-FR" sz="2000" b="0" u="none" strike="noStrike">
                <a:solidFill>
                  <a:schemeClr val="dk1"/>
                </a:solidFill>
                <a:effectLst/>
                <a:uFillTx/>
                <a:latin typeface="Franklin Gothic Book"/>
              </a:defRPr>
            </a:lvl2pPr>
            <a:lvl3pPr lvl="2"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3pPr>
            <a:lvl4pPr lvl="3"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4pPr>
            <a:lvl5pPr lvl="4" algn="l" defTabSz="914400">
              <a:lnSpc>
                <a:spcPct val="90000"/>
              </a:lnSpc>
              <a:spcBef>
                <a:spcPts val="1800"/>
              </a:spcBef>
              <a:buClr>
                <a:srgbClr val="000000"/>
              </a:buClr>
              <a:buFont typeface="Arial"/>
              <a:buChar char="•"/>
              <a:defRPr lang="fr-FR" sz="2000" b="0" u="none" strike="noStrike">
                <a:solidFill>
                  <a:schemeClr val="dk1"/>
                </a:solidFill>
                <a:effectLst/>
                <a:uFillTx/>
                <a:latin typeface="Franklin Gothic Book"/>
              </a:defRPr>
            </a:lvl5pPr>
          </a:lstStyle>
          <a:p>
            <a:pPr marL="283320" indent="-283320" algn="l" defTabSz="914400">
              <a:lnSpc>
                <a:spcPct val="80000"/>
              </a:lnSpc>
              <a:spcBef>
                <a:spcPts val="2200"/>
              </a:spcBef>
              <a:buClr>
                <a:srgbClr val="5D7D40"/>
              </a:buClr>
              <a:buFont typeface="Arial"/>
              <a:buChar char="•"/>
            </a:pPr>
            <a:r>
              <a:rPr lang="fr-FR" sz="2400" b="1" u="none" strike="noStrike">
                <a:solidFill>
                  <a:schemeClr val="lt2">
                    <a:lumMod val="75000"/>
                  </a:schemeClr>
                </a:solidFill>
                <a:effectLst/>
                <a:uFillTx/>
                <a:latin typeface="Franklin Gothic Book"/>
              </a:rPr>
              <a:t>Cliquer pour ajouter du contenu</a:t>
            </a:r>
            <a:endParaRPr lang="fr-FR" sz="2400" b="1" u="none" strike="noStrike">
              <a:solidFill>
                <a:schemeClr val="lt2">
                  <a:lumMod val="75000"/>
                </a:schemeClr>
              </a:solidFill>
              <a:effectLst/>
              <a:uFillTx/>
              <a:latin typeface="Franklin Gothic Book"/>
            </a:endParaRPr>
          </a:p>
          <a:p>
            <a:pPr marL="685800" lvl="1" indent="-283320" algn="l" defTabSz="914400">
              <a:lnSpc>
                <a:spcPct val="90000"/>
              </a:lnSpc>
              <a:spcBef>
                <a:spcPts val="601"/>
              </a:spcBef>
              <a:buClr>
                <a:srgbClr val="000000"/>
              </a:buClr>
              <a:buFont typeface="Arial"/>
              <a:buChar char="•"/>
            </a:pPr>
            <a:r>
              <a:rPr lang="fr-FR" sz="2000" b="0" u="none" strike="noStrike">
                <a:solidFill>
                  <a:schemeClr val="dk1"/>
                </a:solidFill>
                <a:effectLst/>
                <a:uFillTx/>
                <a:latin typeface="Franklin Gothic Book"/>
              </a:rPr>
              <a:t>Deuxième niveau</a:t>
            </a:r>
            <a:endParaRPr lang="fr-FR" sz="2000" b="0" u="none" strike="noStrike">
              <a:solidFill>
                <a:schemeClr val="dk1"/>
              </a:solidFill>
              <a:effectLst/>
              <a:uFillTx/>
              <a:latin typeface="Franklin Gothic Book"/>
            </a:endParaRPr>
          </a:p>
          <a:p>
            <a:pPr marL="1143000" lvl="2"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Troisième niveau</a:t>
            </a:r>
            <a:endParaRPr lang="fr-FR" sz="2000" b="0" u="none" strike="noStrike">
              <a:solidFill>
                <a:schemeClr val="dk1"/>
              </a:solidFill>
              <a:effectLst/>
              <a:uFillTx/>
              <a:latin typeface="Franklin Gothic Book"/>
            </a:endParaRPr>
          </a:p>
          <a:p>
            <a:pPr marL="1600200" lvl="3"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Quatrième niveau</a:t>
            </a:r>
            <a:endParaRPr lang="fr-FR" sz="2000" b="0" u="none" strike="noStrike">
              <a:solidFill>
                <a:schemeClr val="dk1"/>
              </a:solidFill>
              <a:effectLst/>
              <a:uFillTx/>
              <a:latin typeface="Franklin Gothic Book"/>
            </a:endParaRPr>
          </a:p>
          <a:p>
            <a:pPr marL="2057400" lvl="4" indent="-283320" algn="l" defTabSz="914400">
              <a:lnSpc>
                <a:spcPct val="90000"/>
              </a:lnSpc>
              <a:spcBef>
                <a:spcPts val="1800"/>
              </a:spcBef>
              <a:buClr>
                <a:srgbClr val="000000"/>
              </a:buClr>
              <a:buFont typeface="Arial"/>
              <a:buChar char="•"/>
            </a:pPr>
            <a:r>
              <a:rPr lang="fr-FR" sz="2000" b="0" u="none" strike="noStrike">
                <a:solidFill>
                  <a:schemeClr val="dk1"/>
                </a:solidFill>
                <a:effectLst/>
                <a:uFillTx/>
                <a:latin typeface="Franklin Gothic Book"/>
              </a:rPr>
              <a:t>Cinquième niveau</a:t>
            </a:r>
            <a:endParaRPr lang="fr-FR" sz="2000" b="0" u="none" strike="noStrike">
              <a:solidFill>
                <a:schemeClr val="dk1"/>
              </a:solidFill>
              <a:effectLst/>
              <a:uFillTx/>
              <a:latin typeface="Franklin Gothic Book"/>
            </a:endParaRPr>
          </a:p>
        </p:txBody>
      </p:sp>
      <p:sp>
        <p:nvSpPr>
          <p:cNvPr id="79" name="PlaceHolder 3"/>
          <p:cNvSpPr>
            <a:spLocks noGrp="1"/>
          </p:cNvSpPr>
          <p:nvPr>
            <p:ph type="sldNum" idx="15"/>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fr-FR" sz="1100" b="1" u="none" strike="noStrike">
                <a:solidFill>
                  <a:schemeClr val="dk1"/>
                </a:solidFill>
                <a:effectLst/>
                <a:uFillTx/>
                <a:latin typeface="Franklin Gothic Book"/>
              </a:defRPr>
            </a:lvl1pPr>
          </a:lstStyle>
          <a:p>
            <a:pPr indent="0" algn="l" defTabSz="914400">
              <a:lnSpc>
                <a:spcPct val="100000"/>
              </a:lnSpc>
              <a:buNone/>
              <a:tabLst>
                <a:tab pos="0" algn="l"/>
              </a:tabLst>
            </a:pPr>
            <a:fld id="{A10BC458-CEDB-4FFE-B029-BB1C92627EF1}" type="slidenum">
              <a:rPr lang="fr-FR" sz="1100" b="1" u="none" strike="noStrike">
                <a:solidFill>
                  <a:schemeClr val="dk1"/>
                </a:solidFill>
                <a:effectLst/>
                <a:uFillTx/>
                <a:latin typeface="Franklin Gothic Book"/>
              </a:rPr>
              <a:t>&lt;number&gt;</a:t>
            </a:fld>
            <a:endParaRPr lang="en-US" sz="1100" b="0" u="none" strike="noStrike">
              <a:solidFill>
                <a:srgbClr val="000000"/>
              </a:solidFill>
              <a:effectLst/>
              <a:uFillTx/>
              <a:latin typeface="Times New Roman"/>
            </a:endParaRPr>
          </a:p>
        </p:txBody>
      </p:sp>
      <p:sp>
        <p:nvSpPr>
          <p:cNvPr id="80" name="PlaceHolder 4"/>
          <p:cNvSpPr>
            <a:spLocks noGrp="1"/>
          </p:cNvSpPr>
          <p:nvPr>
            <p:ph type="dt" idx="16"/>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pic>
        <p:nvPicPr>
          <p:cNvPr id="81" name="BCSTO modèle 44"/>
          <p:cNvPicPr/>
          <p:nvPr/>
        </p:nvPicPr>
        <p:blipFill>
          <a:blip r:embed="rId2"/>
          <a:stretch/>
        </p:blipFill>
        <p:spPr>
          <a:xfrm>
            <a:off x="11334600" y="228600"/>
            <a:ext cx="456480" cy="456480"/>
          </a:xfrm>
          <a:prstGeom prst="rect">
            <a:avLst/>
          </a:prstGeom>
          <a:noFill/>
          <a:ln w="0">
            <a:noFill/>
          </a:ln>
        </p:spPr>
      </p:pic>
      <p:sp>
        <p:nvSpPr>
          <p:cNvPr id="82" name="BCSTO modèle 45"/>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1219320" y="2857680"/>
            <a:ext cx="9752760" cy="1142280"/>
          </a:xfrm>
          <a:prstGeom prst="rect">
            <a:avLst/>
          </a:prstGeom>
          <a:noFill/>
          <a:ln w="0">
            <a:noFill/>
          </a:ln>
        </p:spPr>
        <p:txBody>
          <a:bodyPr lIns="0" tIns="0" rIns="0" bIns="0" anchor="ctr">
            <a:normAutofit/>
          </a:bodyPr>
          <a:lstStyle>
            <a:lvl1pPr indent="0" algn="l">
              <a:lnSpc>
                <a:spcPct val="100000"/>
              </a:lnSpc>
              <a:buNone/>
              <a:tabLst>
                <a:tab pos="0" algn="l"/>
              </a:tabLst>
              <a:defRPr lang="fr-FR" sz="4200" b="0" u="none" strike="noStrike">
                <a:solidFill>
                  <a:schemeClr val="dk1"/>
                </a:solidFill>
                <a:effectLst/>
                <a:uFillTx/>
                <a:latin typeface="Aptos"/>
              </a:defRPr>
            </a:lvl1pPr>
          </a:lstStyle>
          <a:p>
            <a:pPr indent="0" algn="l">
              <a:lnSpc>
                <a:spcPct val="100000"/>
              </a:lnSpc>
              <a:buNone/>
              <a:tabLst>
                <a:tab pos="0" algn="l"/>
              </a:tabLst>
            </a:pPr>
            <a:r>
              <a:rPr lang="fr-FR" sz="4200" b="0" u="none" strike="noStrike">
                <a:solidFill>
                  <a:schemeClr val="dk1"/>
                </a:solidFill>
                <a:effectLst/>
                <a:uFillTx/>
                <a:latin typeface="Aptos"/>
              </a:rPr>
              <a:t>Click to edit the title text format</a:t>
            </a:r>
            <a:endParaRPr lang="fr-FR" sz="4200" b="0" u="none" strike="noStrike">
              <a:solidFill>
                <a:schemeClr val="dk1"/>
              </a:solidFill>
              <a:effectLst/>
              <a:uFillTx/>
              <a:latin typeface="Aptos"/>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100000"/>
              </a:lnSpc>
              <a:buNone/>
              <a:tabLst>
                <a:tab pos="0" algn="l"/>
              </a:tabLst>
              <a:defRPr lang="fr-FR" sz="3300" b="0" u="none" strike="noStrike">
                <a:solidFill>
                  <a:schemeClr val="dk1"/>
                </a:solidFill>
                <a:effectLst/>
                <a:uFillTx/>
                <a:latin typeface="Aptos"/>
              </a:defRPr>
            </a:lvl1pPr>
          </a:lstStyle>
          <a:p>
            <a:pPr indent="0" algn="l">
              <a:lnSpc>
                <a:spcPct val="100000"/>
              </a:lnSpc>
              <a:buNone/>
              <a:tabLst>
                <a:tab pos="0" algn="l"/>
              </a:tabLst>
            </a:pPr>
            <a:r>
              <a:rPr lang="fr-FR" sz="3300" b="0" u="none" strike="noStrike">
                <a:solidFill>
                  <a:schemeClr val="dk1"/>
                </a:solidFill>
                <a:effectLst/>
                <a:uFillTx/>
                <a:latin typeface="Aptos"/>
              </a:rPr>
              <a:t>Click to edit the title text format</a:t>
            </a:r>
            <a:endParaRPr lang="fr-FR" sz="3300" b="0" u="none" strike="noStrike">
              <a:solidFill>
                <a:schemeClr val="dk1"/>
              </a:solidFill>
              <a:effectLst/>
              <a:uFillTx/>
              <a:latin typeface="Aptos"/>
            </a:endParaRPr>
          </a:p>
        </p:txBody>
      </p:sp>
      <p:sp>
        <p:nvSpPr>
          <p:cNvPr id="85" name="PlaceHolder 2"/>
          <p:cNvSpPr>
            <a:spLocks noGrp="1"/>
          </p:cNvSpPr>
          <p:nvPr>
            <p:ph type="body"/>
          </p:nvPr>
        </p:nvSpPr>
        <p:spPr>
          <a:xfrm>
            <a:off x="68580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fr-FR"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fr-FR"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fr-FR"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fr-FR" sz="2250" b="0" u="none" strike="noStrike">
                <a:solidFill>
                  <a:schemeClr val="dk1"/>
                </a:solidFill>
                <a:effectLst/>
                <a:uFillTx/>
                <a:latin typeface="Aptos"/>
              </a:rPr>
              <a:t>Click to edit the outline text format</a:t>
            </a:r>
            <a:endParaRPr lang="fr-FR"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fr-FR" sz="2250" b="0" u="none" strike="noStrike">
                <a:solidFill>
                  <a:schemeClr val="dk1"/>
                </a:solidFill>
                <a:effectLst/>
                <a:uFillTx/>
                <a:latin typeface="Aptos"/>
              </a:rPr>
              <a:t>Second Outline Level</a:t>
            </a:r>
            <a:endParaRPr lang="fr-FR"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fr-FR" sz="2250" b="0" u="none" strike="noStrike">
                <a:solidFill>
                  <a:schemeClr val="dk1"/>
                </a:solidFill>
                <a:effectLst/>
                <a:uFillTx/>
                <a:latin typeface="Aptos"/>
              </a:rPr>
              <a:t>Third Outline Level</a:t>
            </a:r>
            <a:endParaRPr lang="fr-FR"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fr-FR" sz="2250" b="0" u="none" strike="noStrike">
                <a:solidFill>
                  <a:schemeClr val="dk1"/>
                </a:solidFill>
                <a:effectLst/>
                <a:uFillTx/>
                <a:latin typeface="Aptos"/>
              </a:rPr>
              <a:t>Fourth Outline Level</a:t>
            </a:r>
            <a:endParaRPr lang="fr-FR"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Fifth Outline Level</a:t>
            </a:r>
            <a:endParaRPr lang="fr-FR"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Sixth Outline Level</a:t>
            </a:r>
            <a:endParaRPr lang="fr-FR"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Seventh Outline Level</a:t>
            </a:r>
            <a:endParaRPr lang="fr-FR" sz="2250" b="0" u="none" strike="noStrike">
              <a:solidFill>
                <a:schemeClr val="dk1"/>
              </a:solidFill>
              <a:effectLst/>
              <a:uFillTx/>
              <a:latin typeface="Aptos"/>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1219320" y="2590920"/>
            <a:ext cx="9752760" cy="990000"/>
          </a:xfrm>
          <a:prstGeom prst="rect">
            <a:avLst/>
          </a:prstGeom>
          <a:noFill/>
          <a:ln w="0">
            <a:noFill/>
          </a:ln>
        </p:spPr>
        <p:txBody>
          <a:bodyPr lIns="0" tIns="0" rIns="0" bIns="0" anchor="ctr">
            <a:normAutofit/>
          </a:bodyPr>
          <a:lstStyle>
            <a:lvl1pPr indent="0" algn="l">
              <a:lnSpc>
                <a:spcPct val="100000"/>
              </a:lnSpc>
              <a:buNone/>
              <a:tabLst>
                <a:tab pos="0" algn="l"/>
              </a:tabLst>
              <a:defRPr lang="fr-FR" sz="4800" b="0" u="none" strike="noStrike">
                <a:solidFill>
                  <a:schemeClr val="dk1"/>
                </a:solidFill>
                <a:effectLst/>
                <a:uFillTx/>
                <a:latin typeface="Aptos"/>
              </a:defRPr>
            </a:lvl1pPr>
          </a:lstStyle>
          <a:p>
            <a:pPr indent="0" algn="l">
              <a:lnSpc>
                <a:spcPct val="100000"/>
              </a:lnSpc>
              <a:buNone/>
              <a:tabLst>
                <a:tab pos="0" algn="l"/>
              </a:tabLst>
            </a:pPr>
            <a:r>
              <a:rPr lang="fr-FR" sz="4800" b="0" u="none" strike="noStrike">
                <a:solidFill>
                  <a:schemeClr val="dk1"/>
                </a:solidFill>
                <a:effectLst/>
                <a:uFillTx/>
                <a:latin typeface="Aptos"/>
              </a:rPr>
              <a:t>Click to edit the title text format</a:t>
            </a:r>
            <a:endParaRPr lang="fr-FR" sz="4800" b="0" u="none" strike="noStrike">
              <a:solidFill>
                <a:schemeClr val="dk1"/>
              </a:solidFill>
              <a:effectLst/>
              <a:uFillTx/>
              <a:latin typeface="Aptos"/>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100000"/>
              </a:lnSpc>
              <a:buNone/>
              <a:tabLst>
                <a:tab pos="0" algn="l"/>
              </a:tabLst>
              <a:defRPr lang="fr-FR" sz="3300" b="0" u="none" strike="noStrike">
                <a:solidFill>
                  <a:schemeClr val="dk1"/>
                </a:solidFill>
                <a:effectLst/>
                <a:uFillTx/>
                <a:latin typeface="Aptos"/>
              </a:defRPr>
            </a:lvl1pPr>
          </a:lstStyle>
          <a:p>
            <a:pPr indent="0" algn="l">
              <a:lnSpc>
                <a:spcPct val="100000"/>
              </a:lnSpc>
              <a:buNone/>
              <a:tabLst>
                <a:tab pos="0" algn="l"/>
              </a:tabLst>
            </a:pPr>
            <a:r>
              <a:rPr lang="fr-FR" sz="3300" b="0" u="none" strike="noStrike">
                <a:solidFill>
                  <a:schemeClr val="dk1"/>
                </a:solidFill>
                <a:effectLst/>
                <a:uFillTx/>
                <a:latin typeface="Aptos"/>
              </a:rPr>
              <a:t>Click to edit the title text format</a:t>
            </a:r>
            <a:endParaRPr lang="fr-FR" sz="3300" b="0" u="none" strike="noStrike">
              <a:solidFill>
                <a:schemeClr val="dk1"/>
              </a:solidFill>
              <a:effectLst/>
              <a:uFillTx/>
              <a:latin typeface="Aptos"/>
            </a:endParaRPr>
          </a:p>
        </p:txBody>
      </p:sp>
      <p:sp>
        <p:nvSpPr>
          <p:cNvPr id="88" name="PlaceHolder 2"/>
          <p:cNvSpPr>
            <a:spLocks noGrp="1"/>
          </p:cNvSpPr>
          <p:nvPr>
            <p:ph type="body"/>
          </p:nvPr>
        </p:nvSpPr>
        <p:spPr>
          <a:xfrm>
            <a:off x="68580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fr-FR"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fr-FR"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fr-FR"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fr-FR" sz="2100" b="0" u="none" strike="noStrike">
                <a:solidFill>
                  <a:schemeClr val="dk1"/>
                </a:solidFill>
                <a:effectLst/>
                <a:uFillTx/>
                <a:latin typeface="Aptos"/>
              </a:rPr>
              <a:t>Click to edit the outline text format</a:t>
            </a:r>
            <a:endParaRPr lang="fr-FR"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fr-FR" sz="2100" b="0" u="none" strike="noStrike">
                <a:solidFill>
                  <a:schemeClr val="dk1"/>
                </a:solidFill>
                <a:effectLst/>
                <a:uFillTx/>
                <a:latin typeface="Aptos"/>
              </a:rPr>
              <a:t>Second Outline Level</a:t>
            </a:r>
            <a:endParaRPr lang="fr-FR"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fr-FR" sz="2100" b="0" u="none" strike="noStrike">
                <a:solidFill>
                  <a:schemeClr val="dk1"/>
                </a:solidFill>
                <a:effectLst/>
                <a:uFillTx/>
                <a:latin typeface="Aptos"/>
              </a:rPr>
              <a:t>Third Outline Level</a:t>
            </a:r>
            <a:endParaRPr lang="fr-FR"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fr-FR" sz="2100" b="0" u="none" strike="noStrike">
                <a:solidFill>
                  <a:schemeClr val="dk1"/>
                </a:solidFill>
                <a:effectLst/>
                <a:uFillTx/>
                <a:latin typeface="Aptos"/>
              </a:rPr>
              <a:t>Fourth Outline Level</a:t>
            </a:r>
            <a:endParaRPr lang="fr-FR"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Fifth Outline Level</a:t>
            </a:r>
            <a:endParaRPr lang="fr-FR"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Sixth Outline Level</a:t>
            </a:r>
            <a:endParaRPr lang="fr-FR"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Seventh Outline Level</a:t>
            </a:r>
            <a:endParaRPr lang="fr-FR" sz="2100" b="0" u="none" strike="noStrike">
              <a:solidFill>
                <a:schemeClr val="dk1"/>
              </a:solidFill>
              <a:effectLst/>
              <a:uFillTx/>
              <a:latin typeface="Aptos"/>
            </a:endParaRPr>
          </a:p>
        </p:txBody>
      </p:sp>
      <p:sp>
        <p:nvSpPr>
          <p:cNvPr id="89" name="PlaceHolder 3"/>
          <p:cNvSpPr>
            <a:spLocks noGrp="1"/>
          </p:cNvSpPr>
          <p:nvPr>
            <p:ph type="body"/>
          </p:nvPr>
        </p:nvSpPr>
        <p:spPr>
          <a:xfrm>
            <a:off x="6477120" y="1905120"/>
            <a:ext cx="502848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fr-FR"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fr-FR"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fr-FR"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fr-FR"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fr-FR" sz="2100" b="0" u="none" strike="noStrike">
                <a:solidFill>
                  <a:schemeClr val="dk1"/>
                </a:solidFill>
                <a:effectLst/>
                <a:uFillTx/>
                <a:latin typeface="Aptos"/>
              </a:rPr>
              <a:t>Click to edit the outline text format</a:t>
            </a:r>
            <a:endParaRPr lang="fr-FR"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fr-FR" sz="2100" b="0" u="none" strike="noStrike">
                <a:solidFill>
                  <a:schemeClr val="dk1"/>
                </a:solidFill>
                <a:effectLst/>
                <a:uFillTx/>
                <a:latin typeface="Aptos"/>
              </a:rPr>
              <a:t>Second Outline Level</a:t>
            </a:r>
            <a:endParaRPr lang="fr-FR"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fr-FR" sz="2100" b="0" u="none" strike="noStrike">
                <a:solidFill>
                  <a:schemeClr val="dk1"/>
                </a:solidFill>
                <a:effectLst/>
                <a:uFillTx/>
                <a:latin typeface="Aptos"/>
              </a:rPr>
              <a:t>Third Outline Level</a:t>
            </a:r>
            <a:endParaRPr lang="fr-FR"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fr-FR" sz="2100" b="0" u="none" strike="noStrike">
                <a:solidFill>
                  <a:schemeClr val="dk1"/>
                </a:solidFill>
                <a:effectLst/>
                <a:uFillTx/>
                <a:latin typeface="Aptos"/>
              </a:rPr>
              <a:t>Fourth Outline Level</a:t>
            </a:r>
            <a:endParaRPr lang="fr-FR"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Fifth Outline Level</a:t>
            </a:r>
            <a:endParaRPr lang="fr-FR"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Sixth Outline Level</a:t>
            </a:r>
            <a:endParaRPr lang="fr-FR"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fr-FR" sz="2100" b="0" u="none" strike="noStrike">
                <a:solidFill>
                  <a:schemeClr val="dk1"/>
                </a:solidFill>
                <a:effectLst/>
                <a:uFillTx/>
                <a:latin typeface="Aptos"/>
              </a:rPr>
              <a:t>Seventh Outline Level</a:t>
            </a:r>
            <a:endParaRPr lang="fr-FR" sz="2100" b="0" u="none" strike="noStrike">
              <a:solidFill>
                <a:schemeClr val="dk1"/>
              </a:solidFill>
              <a:effectLst/>
              <a:uFillTx/>
              <a:latin typeface="Aptos"/>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a:lnSpc>
                <a:spcPct val="100000"/>
              </a:lnSpc>
              <a:buNone/>
              <a:tabLst>
                <a:tab pos="0" algn="l"/>
              </a:tabLst>
              <a:defRPr lang="fr-FR" sz="1800" b="0" u="none" strike="noStrike">
                <a:solidFill>
                  <a:schemeClr val="dk1"/>
                </a:solidFill>
                <a:effectLst/>
                <a:uFillTx/>
                <a:latin typeface="Aptos"/>
              </a:defRPr>
            </a:lvl1pPr>
          </a:lstStyle>
          <a:p>
            <a:pPr indent="0" algn="l">
              <a:lnSpc>
                <a:spcPct val="100000"/>
              </a:lnSpc>
              <a:buNone/>
              <a:tabLst>
                <a:tab pos="0" algn="l"/>
              </a:tabLst>
            </a:pPr>
            <a:r>
              <a:rPr lang="fr-FR" sz="1800" b="0" u="none" strike="noStrike">
                <a:solidFill>
                  <a:schemeClr val="dk1"/>
                </a:solidFill>
                <a:effectLst/>
                <a:uFillTx/>
                <a:latin typeface="Aptos"/>
              </a:rPr>
              <a:t>Click to edit the title text format</a:t>
            </a:r>
            <a:endParaRPr lang="fr-FR" sz="1800" b="0" u="none" strike="noStrike">
              <a:solidFill>
                <a:schemeClr val="dk1"/>
              </a:solidFill>
              <a:effectLst/>
              <a:uFillTx/>
              <a:latin typeface="Aptos"/>
            </a:endParaRPr>
          </a:p>
        </p:txBody>
      </p:sp>
      <p:sp>
        <p:nvSpPr>
          <p:cNvPr id="91"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fr-FR"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fr-FR" sz="2800" b="0" u="none" strike="noStrike">
                <a:solidFill>
                  <a:schemeClr val="dk1"/>
                </a:solidFill>
                <a:effectLst/>
                <a:uFillTx/>
                <a:latin typeface="Aptos"/>
              </a:rPr>
              <a:t>Click to edit the outline text format</a:t>
            </a:r>
            <a:endParaRPr lang="fr-FR"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fr-FR" sz="2000" b="0" u="none" strike="noStrike">
                <a:solidFill>
                  <a:schemeClr val="dk1"/>
                </a:solidFill>
                <a:effectLst/>
                <a:uFillTx/>
                <a:latin typeface="Aptos"/>
              </a:rPr>
              <a:t>Second Outline Level</a:t>
            </a:r>
            <a:endParaRPr lang="fr-FR"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ptos"/>
              </a:rPr>
              <a:t>Third Outline Level</a:t>
            </a:r>
            <a:endParaRPr lang="fr-FR"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ptos"/>
              </a:rPr>
              <a:t>Fourth Outline Level</a:t>
            </a:r>
            <a:endParaRPr lang="fr-FR"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Fifth Outline Level</a:t>
            </a:r>
            <a:endParaRPr lang="fr-FR"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Sixth Outline Level</a:t>
            </a:r>
            <a:endParaRPr lang="fr-FR"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Seventh Outline Level</a:t>
            </a:r>
            <a:endParaRPr lang="fr-FR" sz="2000" b="0" u="none" strike="noStrike">
              <a:solidFill>
                <a:schemeClr val="dk1"/>
              </a:solidFill>
              <a:effectLst/>
              <a:uFillTx/>
              <a:latin typeface="Aptos"/>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533520"/>
            <a:ext cx="10819800" cy="837360"/>
          </a:xfrm>
          <a:prstGeom prst="rect">
            <a:avLst/>
          </a:prstGeom>
          <a:noFill/>
          <a:ln w="0">
            <a:noFill/>
          </a:ln>
        </p:spPr>
        <p:txBody>
          <a:bodyPr lIns="0" tIns="0" rIns="0" bIns="0" anchor="t">
            <a:normAutofit/>
          </a:bodyPr>
          <a:lstStyle>
            <a:lvl1pPr indent="0" algn="l">
              <a:lnSpc>
                <a:spcPct val="100000"/>
              </a:lnSpc>
              <a:buNone/>
              <a:tabLst>
                <a:tab pos="0" algn="l"/>
              </a:tabLst>
              <a:defRPr lang="fr-FR" sz="3300" b="0" u="none" strike="noStrike">
                <a:solidFill>
                  <a:schemeClr val="dk1"/>
                </a:solidFill>
                <a:effectLst/>
                <a:uFillTx/>
                <a:latin typeface="Aptos"/>
              </a:defRPr>
            </a:lvl1pPr>
          </a:lstStyle>
          <a:p>
            <a:pPr indent="0" algn="l">
              <a:lnSpc>
                <a:spcPct val="100000"/>
              </a:lnSpc>
              <a:buNone/>
              <a:tabLst>
                <a:tab pos="0" algn="l"/>
              </a:tabLst>
            </a:pPr>
            <a:r>
              <a:rPr lang="fr-FR" sz="3300" b="0" u="none" strike="noStrike">
                <a:solidFill>
                  <a:schemeClr val="dk1"/>
                </a:solidFill>
                <a:effectLst/>
                <a:uFillTx/>
                <a:latin typeface="Aptos"/>
              </a:rPr>
              <a:t>Click to edit the title text format</a:t>
            </a:r>
            <a:endParaRPr lang="fr-FR" sz="3300" b="0" u="none" strike="noStrike">
              <a:solidFill>
                <a:schemeClr val="dk1"/>
              </a:solidFill>
              <a:effectLst/>
              <a:uFillTx/>
              <a:latin typeface="Aptos"/>
            </a:endParaRPr>
          </a:p>
        </p:txBody>
      </p:sp>
      <p:sp>
        <p:nvSpPr>
          <p:cNvPr id="93" name="PlaceHolder 2"/>
          <p:cNvSpPr>
            <a:spLocks noGrp="1"/>
          </p:cNvSpPr>
          <p:nvPr>
            <p:ph type="body"/>
          </p:nvPr>
        </p:nvSpPr>
        <p:spPr>
          <a:xfrm>
            <a:off x="685800" y="1905120"/>
            <a:ext cx="10819800" cy="42663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fr-FR"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fr-FR"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fr-FR"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fr-FR"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fr-FR" sz="2250" b="0" u="none" strike="noStrike">
                <a:solidFill>
                  <a:schemeClr val="dk1"/>
                </a:solidFill>
                <a:effectLst/>
                <a:uFillTx/>
                <a:latin typeface="Aptos"/>
              </a:rPr>
              <a:t>Click to edit the outline text format</a:t>
            </a:r>
            <a:endParaRPr lang="fr-FR"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fr-FR" sz="2250" b="0" u="none" strike="noStrike">
                <a:solidFill>
                  <a:schemeClr val="dk1"/>
                </a:solidFill>
                <a:effectLst/>
                <a:uFillTx/>
                <a:latin typeface="Aptos"/>
              </a:rPr>
              <a:t>Second Outline Level</a:t>
            </a:r>
            <a:endParaRPr lang="fr-FR"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fr-FR" sz="2250" b="0" u="none" strike="noStrike">
                <a:solidFill>
                  <a:schemeClr val="dk1"/>
                </a:solidFill>
                <a:effectLst/>
                <a:uFillTx/>
                <a:latin typeface="Aptos"/>
              </a:rPr>
              <a:t>Third Outline Level</a:t>
            </a:r>
            <a:endParaRPr lang="fr-FR"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fr-FR" sz="2250" b="0" u="none" strike="noStrike">
                <a:solidFill>
                  <a:schemeClr val="dk1"/>
                </a:solidFill>
                <a:effectLst/>
                <a:uFillTx/>
                <a:latin typeface="Aptos"/>
              </a:rPr>
              <a:t>Fourth Outline Level</a:t>
            </a:r>
            <a:endParaRPr lang="fr-FR"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Fifth Outline Level</a:t>
            </a:r>
            <a:endParaRPr lang="fr-FR"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Sixth Outline Level</a:t>
            </a:r>
            <a:endParaRPr lang="fr-FR"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fr-FR" sz="2250" b="0" u="none" strike="noStrike">
                <a:solidFill>
                  <a:schemeClr val="dk1"/>
                </a:solidFill>
                <a:effectLst/>
                <a:uFillTx/>
                <a:latin typeface="Aptos"/>
              </a:rPr>
              <a:t>Seventh Outline Level</a:t>
            </a:r>
            <a:endParaRPr lang="fr-FR" sz="2250" b="0" u="none" strike="noStrike">
              <a:solidFill>
                <a:schemeClr val="dk1"/>
              </a:solidFill>
              <a:effectLst/>
              <a:uFillTx/>
              <a:latin typeface="Aptos"/>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95"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
        <p:nvSpPr>
          <p:cNvPr id="96" name="PlaceHolder 3"/>
          <p:cNvSpPr>
            <a:spLocks noGrp="1"/>
          </p:cNvSpPr>
          <p:nvPr>
            <p:ph type="body"/>
          </p:nvPr>
        </p:nvSpPr>
        <p:spPr>
          <a:xfrm>
            <a:off x="647712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98"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1219320" y="2590920"/>
            <a:ext cx="9753120" cy="990360"/>
          </a:xfrm>
          <a:prstGeom prst="rect">
            <a:avLst/>
          </a:prstGeom>
          <a:noFill/>
          <a:ln w="0">
            <a:noFill/>
          </a:ln>
        </p:spPr>
        <p:txBody>
          <a:bodyPr lIns="0" tIns="0" rIns="0" bIns="0" anchor="ctr">
            <a:normAutofit/>
          </a:bodyPr>
          <a:lstStyle>
            <a:lvl1pPr indent="0" algn="l">
              <a:lnSpc>
                <a:spcPct val="90000"/>
              </a:lnSpc>
              <a:buNone/>
              <a:defRPr lang="en-US" sz="4800" b="0" u="none" strike="noStrike">
                <a:solidFill>
                  <a:schemeClr val="dk1"/>
                </a:solidFill>
                <a:effectLst/>
                <a:uFillTx/>
                <a:latin typeface="Aptos"/>
              </a:defRPr>
            </a:lvl1pPr>
          </a:lstStyle>
          <a:p>
            <a:pPr indent="0" algn="l">
              <a:lnSpc>
                <a:spcPct val="90000"/>
              </a:lnSpc>
              <a:buNone/>
            </a:pPr>
            <a:r>
              <a:rPr lang="en-US" sz="4800" b="0" u="none" strike="noStrike">
                <a:solidFill>
                  <a:schemeClr val="dk1"/>
                </a:solidFill>
                <a:effectLst/>
                <a:uFillTx/>
                <a:latin typeface="Aptos"/>
              </a:rPr>
              <a:t>Click to edit the title text format</a:t>
            </a:r>
            <a:endParaRPr lang="en-US" sz="4800" b="0" u="none" strike="noStrike">
              <a:solidFill>
                <a:schemeClr val="dk1"/>
              </a:solidFill>
              <a:effectLst/>
              <a:uFillTx/>
              <a:latin typeface="Aptos"/>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lnSpc>
                <a:spcPct val="90000"/>
              </a:lnSpc>
              <a:buNone/>
              <a:defRPr lang="en-US" sz="4400" b="0" u="none" strike="noStrike">
                <a:solidFill>
                  <a:schemeClr val="dk1"/>
                </a:solidFill>
                <a:effectLst/>
                <a:uFillTx/>
                <a:latin typeface="Aptos"/>
              </a:defRPr>
            </a:lvl1pPr>
          </a:lstStyle>
          <a:p>
            <a:pPr indent="0" algn="l">
              <a:lnSpc>
                <a:spcPct val="90000"/>
              </a:lnSpc>
              <a:buNone/>
            </a:pPr>
            <a:r>
              <a:rPr lang="en-US" sz="4400" b="0" u="none" strike="noStrike">
                <a:solidFill>
                  <a:schemeClr val="dk1"/>
                </a:solidFill>
                <a:effectLst/>
                <a:uFillTx/>
                <a:latin typeface="Aptos"/>
              </a:rPr>
              <a:t>Click to edit the title text format</a:t>
            </a:r>
            <a:endParaRPr lang="en-US" sz="4400" b="0" u="none" strike="noStrike">
              <a:solidFill>
                <a:schemeClr val="dk1"/>
              </a:solidFill>
              <a:effectLst/>
              <a:uFillTx/>
              <a:latin typeface="Aptos"/>
            </a:endParaRPr>
          </a:p>
        </p:txBody>
      </p:sp>
      <p:sp>
        <p:nvSpPr>
          <p:cNvPr id="10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1219320" y="2857680"/>
            <a:ext cx="9753120" cy="1142640"/>
          </a:xfrm>
          <a:prstGeom prst="rect">
            <a:avLst/>
          </a:prstGeom>
          <a:noFill/>
          <a:ln w="0">
            <a:noFill/>
          </a:ln>
        </p:spPr>
        <p:txBody>
          <a:bodyPr lIns="0" tIns="0" rIns="0" bIns="0" anchor="ctr">
            <a:normAutofit/>
          </a:bodyPr>
          <a:lstStyle>
            <a:lvl1pPr indent="0" algn="l">
              <a:lnSpc>
                <a:spcPct val="90000"/>
              </a:lnSpc>
              <a:buNone/>
              <a:defRPr lang="en-US" sz="4200" b="0" u="none" strike="noStrike">
                <a:solidFill>
                  <a:schemeClr val="dk1"/>
                </a:solidFill>
                <a:effectLst/>
                <a:uFillTx/>
                <a:latin typeface="Aptos"/>
              </a:defRPr>
            </a:lvl1pPr>
          </a:lstStyle>
          <a:p>
            <a:pPr indent="0" algn="l">
              <a:lnSpc>
                <a:spcPct val="90000"/>
              </a:lnSpc>
              <a:buNone/>
            </a:pPr>
            <a:r>
              <a:rPr lang="en-US" sz="4200" b="0" u="none" strike="noStrike">
                <a:solidFill>
                  <a:schemeClr val="dk1"/>
                </a:solidFill>
                <a:effectLst/>
                <a:uFillTx/>
                <a:latin typeface="Aptos"/>
              </a:rPr>
              <a:t>Click to edit the title text format</a:t>
            </a:r>
            <a:endParaRPr lang="en-US" sz="4200" b="0" u="none" strike="noStrike">
              <a:solidFill>
                <a:schemeClr val="dk1"/>
              </a:solidFill>
              <a:effectLst/>
              <a:uFillTx/>
              <a:latin typeface="Aptos"/>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104" name="PlaceHolder 2"/>
          <p:cNvSpPr>
            <a:spLocks noGrp="1"/>
          </p:cNvSpPr>
          <p:nvPr>
            <p:ph type="body"/>
          </p:nvPr>
        </p:nvSpPr>
        <p:spPr>
          <a:xfrm>
            <a:off x="685800" y="1905120"/>
            <a:ext cx="1082016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2"/>
    <p:sldLayoutId id="2147483666" r:id="rId3"/>
    <p:sldLayoutId id="2147483667" r:id="rId4"/>
    <p:sldLayoutId id="2147483668" r:id="rId5"/>
    <p:sldLayoutId id="2147483669" r:id="rId6"/>
    <p:sldLayoutId id="2147483670" r:id="rId7"/>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2"/>
    <p:sldLayoutId id="2147483673" r:id="rId3"/>
    <p:sldLayoutId id="2147483674" r:id="rId4"/>
    <p:sldLayoutId id="2147483675" r:id="rId5"/>
    <p:sldLayoutId id="2147483676" r:id="rId6"/>
    <p:sldLayoutId id="2147483677"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4.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8.png"/><Relationship Id="rId12" Type="http://schemas.openxmlformats.org/officeDocument/2006/relationships/image" Target="../media/image12.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png"/><Relationship Id="rId20"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jpe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1.png"/><Relationship Id="rId7"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slideLayout" Target="../slideLayouts/slideLayout10.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notesSlide" Target="../notesSlides/notesSlide3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6310080" y="411480"/>
            <a:ext cx="5706000" cy="3291120"/>
          </a:xfrm>
          <a:prstGeom prst="rect">
            <a:avLst/>
          </a:prstGeom>
          <a:noFill/>
          <a:ln w="0">
            <a:noFill/>
          </a:ln>
        </p:spPr>
        <p:txBody>
          <a:bodyPr lIns="0" tIns="0" rIns="0" bIns="0" anchor="b">
            <a:noAutofit/>
          </a:bodyPr>
          <a:p>
            <a:pPr indent="0" algn="l" defTabSz="914400">
              <a:lnSpc>
                <a:spcPct val="80000"/>
              </a:lnSpc>
              <a:buNone/>
              <a:tabLst>
                <a:tab pos="0" algn="l"/>
              </a:tabLst>
            </a:pPr>
            <a:r>
              <a:rPr lang="fr-FR" sz="6000" b="1" u="none" spc="99" strike="noStrike">
                <a:solidFill>
                  <a:schemeClr val="dk1"/>
                </a:solidFill>
                <a:effectLst/>
                <a:uFillTx/>
                <a:latin typeface="Arial"/>
              </a:rPr>
              <a:t>Présentation app BCSTO</a:t>
            </a:r>
            <a:endParaRPr lang="fr-FR" sz="6000" b="1" u="none" spc="99" strike="noStrike">
              <a:solidFill>
                <a:schemeClr val="dk1"/>
              </a:solidFill>
              <a:effectLst/>
              <a:uFillTx/>
              <a:latin typeface="Franklin Gothic Demi"/>
            </a:endParaRPr>
          </a:p>
        </p:txBody>
      </p:sp>
      <p:sp>
        <p:nvSpPr>
          <p:cNvPr id="112" name="TextBox 2"/>
          <p:cNvSpPr/>
          <p:nvPr/>
        </p:nvSpPr>
        <p:spPr>
          <a:xfrm>
            <a:off x="6400800" y="4023360"/>
            <a:ext cx="4845600" cy="1199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Aft>
                <a:spcPts val="799"/>
              </a:spcAft>
            </a:pPr>
            <a:r>
              <a:rPr lang="fr-FR" sz="2400" b="0" u="none" strike="noStrike">
                <a:solidFill>
                  <a:srgbClr val="5C7E40"/>
                </a:solidFill>
                <a:effectLst/>
                <a:uFillTx/>
                <a:latin typeface="Arial"/>
              </a:rPr>
              <a:t>Architecture</a:t>
            </a:r>
            <a:br>
              <a:rPr sz="2400"/>
            </a:br>
            <a:r>
              <a:rPr lang="fr-FR" sz="2400" b="0" u="none" strike="noStrike">
                <a:solidFill>
                  <a:srgbClr val="5C7E40"/>
                </a:solidFill>
                <a:effectLst/>
                <a:uFillTx/>
                <a:latin typeface="Arial"/>
              </a:rPr>
              <a:t>Menu d’administration</a:t>
            </a:r>
            <a:br>
              <a:rPr sz="2400"/>
            </a:br>
            <a:r>
              <a:rPr lang="fr-FR" sz="2400" b="0" u="none" strike="noStrike">
                <a:solidFill>
                  <a:srgbClr val="5C7E40"/>
                </a:solidFill>
                <a:effectLst/>
                <a:uFillTx/>
                <a:latin typeface="Arial"/>
              </a:rPr>
              <a:t>Guide d’utilisation</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3" name=""/>
          <p:cNvPicPr/>
          <p:nvPr/>
        </p:nvPicPr>
        <p:blipFill>
          <a:blip r:embed="rId1"/>
          <a:stretch/>
        </p:blipFill>
        <p:spPr>
          <a:xfrm>
            <a:off x="11334600" y="228600"/>
            <a:ext cx="456840" cy="456840"/>
          </a:xfrm>
          <a:prstGeom prst="rect">
            <a:avLst/>
          </a:prstGeom>
          <a:noFill/>
          <a:ln w="0">
            <a:noFill/>
          </a:ln>
        </p:spPr>
      </p:pic>
      <p:sp>
        <p:nvSpPr>
          <p:cNvPr id="114" name=""/>
          <p:cNvSpPr/>
          <p:nvPr/>
        </p:nvSpPr>
        <p:spPr>
          <a:xfrm>
            <a:off x="590400" y="247680"/>
            <a:ext cx="1047708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230" b="1" u="none" strike="noStrike">
                <a:solidFill>
                  <a:srgbClr val="17291D"/>
                </a:solidFill>
                <a:effectLst/>
                <a:uFillTx/>
                <a:latin typeface="Franklin Gothic Book"/>
                <a:ea typeface="Franklin Gothic Book"/>
              </a:rPr>
              <a:t>Plan du manuel</a:t>
            </a:r>
            <a:endParaRPr lang="en-US" sz="3230" b="0" u="none" strike="noStrike">
              <a:solidFill>
                <a:srgbClr val="000000"/>
              </a:solidFill>
              <a:effectLst/>
              <a:uFillTx/>
              <a:latin typeface="Arial"/>
            </a:endParaRPr>
          </a:p>
        </p:txBody>
      </p:sp>
      <p:sp>
        <p:nvSpPr>
          <p:cNvPr id="115" name=""/>
          <p:cNvSpPr/>
          <p:nvPr/>
        </p:nvSpPr>
        <p:spPr>
          <a:xfrm>
            <a:off x="590400" y="1371600"/>
            <a:ext cx="10667520" cy="475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5C7F3E"/>
                </a:solidFill>
                <a:effectLst/>
                <a:uFillTx/>
                <a:latin typeface="Franklin Gothic Book"/>
                <a:ea typeface="Franklin Gothic Book"/>
              </a:rPr>
              <a:t>Architecture, puis une section par tête du menu d’administration</a:t>
            </a:r>
            <a:endParaRPr lang="en-US" sz="1729" b="0" u="none" strike="noStrike">
              <a:solidFill>
                <a:srgbClr val="000000"/>
              </a:solidFill>
              <a:effectLst/>
              <a:uFillTx/>
              <a:latin typeface="Arial"/>
            </a:endParaRPr>
          </a:p>
        </p:txBody>
      </p:sp>
      <p:sp>
        <p:nvSpPr>
          <p:cNvPr id="116" name=""/>
          <p:cNvSpPr/>
          <p:nvPr/>
        </p:nvSpPr>
        <p:spPr>
          <a:xfrm>
            <a:off x="809640" y="222876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234432"/>
                </a:solidFill>
                <a:effectLst/>
                <a:uFillTx/>
                <a:latin typeface="Franklin Gothic Book"/>
                <a:ea typeface="Franklin Gothic Book"/>
              </a:rPr>
              <a:t>01   Architecture</a:t>
            </a:r>
            <a:endParaRPr lang="en-US" sz="2100" b="0" u="none" strike="noStrike">
              <a:solidFill>
                <a:srgbClr val="000000"/>
              </a:solidFill>
              <a:effectLst/>
              <a:uFillTx/>
              <a:latin typeface="Arial"/>
            </a:endParaRPr>
          </a:p>
        </p:txBody>
      </p:sp>
      <p:sp>
        <p:nvSpPr>
          <p:cNvPr id="117" name=""/>
          <p:cNvSpPr/>
          <p:nvPr/>
        </p:nvSpPr>
        <p:spPr>
          <a:xfrm>
            <a:off x="809640" y="280980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02   Tournois</a:t>
            </a:r>
            <a:endParaRPr lang="en-US" sz="2100" b="0" u="none" strike="noStrike">
              <a:solidFill>
                <a:srgbClr val="000000"/>
              </a:solidFill>
              <a:effectLst/>
              <a:uFillTx/>
              <a:latin typeface="Arial"/>
            </a:endParaRPr>
          </a:p>
        </p:txBody>
      </p:sp>
      <p:sp>
        <p:nvSpPr>
          <p:cNvPr id="118" name=""/>
          <p:cNvSpPr/>
          <p:nvPr/>
        </p:nvSpPr>
        <p:spPr>
          <a:xfrm>
            <a:off x="809640" y="339084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03   Boutique</a:t>
            </a:r>
            <a:endParaRPr lang="en-US" sz="2100" b="0" u="none" strike="noStrike">
              <a:solidFill>
                <a:srgbClr val="000000"/>
              </a:solidFill>
              <a:effectLst/>
              <a:uFillTx/>
              <a:latin typeface="Arial"/>
            </a:endParaRPr>
          </a:p>
        </p:txBody>
      </p:sp>
      <p:sp>
        <p:nvSpPr>
          <p:cNvPr id="119" name=""/>
          <p:cNvSpPr/>
          <p:nvPr/>
        </p:nvSpPr>
        <p:spPr>
          <a:xfrm>
            <a:off x="809640" y="397188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04   Gestion des adhérents</a:t>
            </a:r>
            <a:endParaRPr lang="en-US" sz="2100" b="0" u="none" strike="noStrike">
              <a:solidFill>
                <a:srgbClr val="000000"/>
              </a:solidFill>
              <a:effectLst/>
              <a:uFillTx/>
              <a:latin typeface="Arial"/>
            </a:endParaRPr>
          </a:p>
        </p:txBody>
      </p:sp>
      <p:sp>
        <p:nvSpPr>
          <p:cNvPr id="120" name=""/>
          <p:cNvSpPr/>
          <p:nvPr/>
        </p:nvSpPr>
        <p:spPr>
          <a:xfrm>
            <a:off x="809640" y="455292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05   Comptabilité</a:t>
            </a:r>
            <a:endParaRPr lang="en-US" sz="2100" b="0" u="none" strike="noStrike">
              <a:solidFill>
                <a:srgbClr val="000000"/>
              </a:solidFill>
              <a:effectLst/>
              <a:uFillTx/>
              <a:latin typeface="Arial"/>
            </a:endParaRPr>
          </a:p>
        </p:txBody>
      </p:sp>
      <p:sp>
        <p:nvSpPr>
          <p:cNvPr id="121" name=""/>
          <p:cNvSpPr/>
          <p:nvPr/>
        </p:nvSpPr>
        <p:spPr>
          <a:xfrm>
            <a:off x="809640" y="513396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06   Stripe</a:t>
            </a:r>
            <a:endParaRPr lang="en-US" sz="2100" b="0" u="none" strike="noStrike">
              <a:solidFill>
                <a:srgbClr val="000000"/>
              </a:solidFill>
              <a:effectLst/>
              <a:uFillTx/>
              <a:latin typeface="Arial"/>
            </a:endParaRPr>
          </a:p>
        </p:txBody>
      </p:sp>
      <p:sp>
        <p:nvSpPr>
          <p:cNvPr id="122" name=""/>
          <p:cNvSpPr/>
          <p:nvPr/>
        </p:nvSpPr>
        <p:spPr>
          <a:xfrm>
            <a:off x="6477120" y="222876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07   Outils</a:t>
            </a:r>
            <a:endParaRPr lang="en-US" sz="2100" b="0" u="none" strike="noStrike">
              <a:solidFill>
                <a:srgbClr val="000000"/>
              </a:solidFill>
              <a:effectLst/>
              <a:uFillTx/>
              <a:latin typeface="Arial"/>
            </a:endParaRPr>
          </a:p>
        </p:txBody>
      </p:sp>
      <p:sp>
        <p:nvSpPr>
          <p:cNvPr id="123" name=""/>
          <p:cNvSpPr/>
          <p:nvPr/>
        </p:nvSpPr>
        <p:spPr>
          <a:xfrm>
            <a:off x="6477120" y="280980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08   Site web (CMS)</a:t>
            </a:r>
            <a:endParaRPr lang="en-US" sz="2100" b="0" u="none" strike="noStrike">
              <a:solidFill>
                <a:srgbClr val="000000"/>
              </a:solidFill>
              <a:effectLst/>
              <a:uFillTx/>
              <a:latin typeface="Arial"/>
            </a:endParaRPr>
          </a:p>
        </p:txBody>
      </p:sp>
      <p:sp>
        <p:nvSpPr>
          <p:cNvPr id="124" name=""/>
          <p:cNvSpPr/>
          <p:nvPr/>
        </p:nvSpPr>
        <p:spPr>
          <a:xfrm>
            <a:off x="6477120" y="339084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09   Communication</a:t>
            </a:r>
            <a:endParaRPr lang="en-US" sz="2100" b="0" u="none" strike="noStrike">
              <a:solidFill>
                <a:srgbClr val="000000"/>
              </a:solidFill>
              <a:effectLst/>
              <a:uFillTx/>
              <a:latin typeface="Arial"/>
            </a:endParaRPr>
          </a:p>
        </p:txBody>
      </p:sp>
      <p:sp>
        <p:nvSpPr>
          <p:cNvPr id="125" name=""/>
          <p:cNvSpPr/>
          <p:nvPr/>
        </p:nvSpPr>
        <p:spPr>
          <a:xfrm>
            <a:off x="6477120" y="397188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10   Dashboard</a:t>
            </a:r>
            <a:endParaRPr lang="en-US" sz="2100" b="0" u="none" strike="noStrike">
              <a:solidFill>
                <a:srgbClr val="000000"/>
              </a:solidFill>
              <a:effectLst/>
              <a:uFillTx/>
              <a:latin typeface="Arial"/>
            </a:endParaRPr>
          </a:p>
        </p:txBody>
      </p:sp>
      <p:sp>
        <p:nvSpPr>
          <p:cNvPr id="126" name=""/>
          <p:cNvSpPr/>
          <p:nvPr/>
        </p:nvSpPr>
        <p:spPr>
          <a:xfrm>
            <a:off x="6477120" y="455292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11   DevTools</a:t>
            </a:r>
            <a:endParaRPr lang="en-US" sz="2100" b="0" u="none" strike="noStrike">
              <a:solidFill>
                <a:srgbClr val="000000"/>
              </a:solidFill>
              <a:effectLst/>
              <a:uFillTx/>
              <a:latin typeface="Arial"/>
            </a:endParaRPr>
          </a:p>
        </p:txBody>
      </p:sp>
      <p:sp>
        <p:nvSpPr>
          <p:cNvPr id="127" name=""/>
          <p:cNvSpPr/>
          <p:nvPr/>
        </p:nvSpPr>
        <p:spPr>
          <a:xfrm>
            <a:off x="6477120" y="5133960"/>
            <a:ext cx="476208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0" u="none" strike="noStrike">
                <a:solidFill>
                  <a:srgbClr val="234432"/>
                </a:solidFill>
                <a:effectLst/>
                <a:uFillTx/>
                <a:latin typeface="Franklin Gothic Book"/>
                <a:ea typeface="Franklin Gothic Book"/>
              </a:rPr>
              <a:t>12   Documentation</a:t>
            </a:r>
            <a:endParaRPr lang="en-US" sz="2100" b="0" u="none" strike="noStrike">
              <a:solidFill>
                <a:srgbClr val="000000"/>
              </a:solidFill>
              <a:effectLst/>
              <a:uFillTx/>
              <a:latin typeface="Arial"/>
            </a:endParaRPr>
          </a:p>
        </p:txBody>
      </p:sp>
      <p:sp>
        <p:nvSpPr>
          <p:cNvPr id="128" name=""/>
          <p:cNvSpPr/>
          <p:nvPr/>
        </p:nvSpPr>
        <p:spPr>
          <a:xfrm>
            <a:off x="590400" y="6191280"/>
            <a:ext cx="1085832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80" b="0" u="none" strike="noStrike">
                <a:solidFill>
                  <a:srgbClr val="5C7F3E"/>
                </a:solidFill>
                <a:effectLst/>
                <a:uFillTx/>
                <a:latin typeface="Franklin Gothic Book"/>
                <a:ea typeface="Franklin Gothic Book"/>
              </a:rPr>
              <a:t>Les rubriques visibles dans l’application dépendent des droits de l’utilisateur.</a:t>
            </a:r>
            <a:endParaRPr lang="en-US" sz="1580" b="0" u="none" strike="noStrike">
              <a:solidFill>
                <a:srgbClr val="000000"/>
              </a:solidFill>
              <a:effectLst/>
              <a:uFillTx/>
              <a:latin typeface="Arial"/>
            </a:endParaRPr>
          </a:p>
        </p:txBody>
      </p:sp>
      <p:sp>
        <p:nvSpPr>
          <p:cNvPr id="129"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 name=""/>
          <p:cNvPicPr/>
          <p:nvPr/>
        </p:nvPicPr>
        <p:blipFill>
          <a:blip r:embed="rId1"/>
          <a:stretch/>
        </p:blipFill>
        <p:spPr>
          <a:xfrm>
            <a:off x="11334600" y="228600"/>
            <a:ext cx="456840" cy="456840"/>
          </a:xfrm>
          <a:prstGeom prst="rect">
            <a:avLst/>
          </a:prstGeom>
          <a:noFill/>
          <a:ln w="0">
            <a:noFill/>
          </a:ln>
        </p:spPr>
      </p:pic>
      <p:sp>
        <p:nvSpPr>
          <p:cNvPr id="131"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01</a:t>
            </a:r>
            <a:endParaRPr lang="en-US" sz="8400" b="0" u="none" strike="noStrike">
              <a:solidFill>
                <a:srgbClr val="000000"/>
              </a:solidFill>
              <a:effectLst/>
              <a:uFillTx/>
              <a:latin typeface="Arial"/>
            </a:endParaRPr>
          </a:p>
        </p:txBody>
      </p:sp>
      <p:sp>
        <p:nvSpPr>
          <p:cNvPr id="132"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Architecture</a:t>
            </a:r>
            <a:endParaRPr lang="en-US" sz="4200" b="0" u="none" strike="noStrike">
              <a:solidFill>
                <a:srgbClr val="000000"/>
              </a:solidFill>
              <a:effectLst/>
              <a:uFillTx/>
              <a:latin typeface="Arial"/>
            </a:endParaRPr>
          </a:p>
        </p:txBody>
      </p:sp>
      <p:sp>
        <p:nvSpPr>
          <p:cNvPr id="133"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Les espaces, les services et les données</a:t>
            </a:r>
            <a:endParaRPr lang="en-US" sz="1870" b="0" u="none" strike="noStrike">
              <a:solidFill>
                <a:srgbClr val="000000"/>
              </a:solidFill>
              <a:effectLst/>
              <a:uFillTx/>
              <a:latin typeface="Arial"/>
            </a:endParaRPr>
          </a:p>
        </p:txBody>
      </p:sp>
      <p:sp>
        <p:nvSpPr>
          <p:cNvPr id="134"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Glossaire</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Espaces Club et Gestion</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Architecture globale</a:t>
            </a:r>
            <a:endParaRPr lang="en-US" sz="2020" b="0" u="none" strike="noStrike">
              <a:solidFill>
                <a:srgbClr val="000000"/>
              </a:solidFill>
              <a:effectLst/>
              <a:uFillTx/>
              <a:latin typeface="Arial"/>
            </a:endParaRPr>
          </a:p>
        </p:txBody>
      </p:sp>
      <p:sp>
        <p:nvSpPr>
          <p:cNvPr id="135"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hasCustomPrompt="1"/>
          </p:nvPr>
        </p:nvSpPr>
        <p:spPr>
          <a:xfrm>
            <a:off x="594360" y="278280"/>
            <a:ext cx="9777600" cy="109008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Quelques mots pour se comprendre</a:t>
            </a:r>
            <a:br>
              <a:rPr sz="4400"/>
            </a:br>
            <a:endParaRPr lang="fr-FR" sz="4400" b="1" u="none" spc="99" strike="noStrike">
              <a:solidFill>
                <a:schemeClr val="dk1"/>
              </a:solidFill>
              <a:effectLst/>
              <a:uFillTx/>
              <a:latin typeface="Franklin Gothic Demi"/>
            </a:endParaRPr>
          </a:p>
        </p:txBody>
      </p:sp>
      <p:sp>
        <p:nvSpPr>
          <p:cNvPr id="137" name="PlaceHolder 2"/>
          <p:cNvSpPr>
            <a:spLocks noGrp="1"/>
          </p:cNvSpPr>
          <p:nvPr>
            <p:ph hasCustomPrompt="1"/>
          </p:nvPr>
        </p:nvSpPr>
        <p:spPr>
          <a:xfrm>
            <a:off x="594360" y="2676600"/>
            <a:ext cx="4490280" cy="359676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endParaRPr lang="fr-FR" sz="2000" b="0" u="none" strike="noStrike">
              <a:solidFill>
                <a:schemeClr val="dk1"/>
              </a:solidFill>
              <a:effectLst/>
              <a:uFillTx/>
              <a:latin typeface="Franklin Gothic Book"/>
            </a:endParaRPr>
          </a:p>
        </p:txBody>
      </p:sp>
      <p:sp>
        <p:nvSpPr>
          <p:cNvPr id="138" name="PlaceHolder 3"/>
          <p:cNvSpPr>
            <a:spLocks noGrp="1"/>
          </p:cNvSpPr>
          <p:nvPr>
            <p:ph hasCustomPrompt="1"/>
          </p:nvPr>
        </p:nvSpPr>
        <p:spPr>
          <a:xfrm>
            <a:off x="5882040" y="2676600"/>
            <a:ext cx="4490280" cy="359676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endParaRPr lang="fr-FR" sz="2000" b="0" u="none" strike="noStrike">
              <a:solidFill>
                <a:schemeClr val="dk1"/>
              </a:solidFill>
              <a:effectLst/>
              <a:uFillTx/>
              <a:latin typeface="Franklin Gothic Book"/>
            </a:endParaRPr>
          </a:p>
        </p:txBody>
      </p:sp>
      <p:graphicFrame>
        <p:nvGraphicFramePr>
          <p:cNvPr id="139" name="Table 6"/>
          <p:cNvGraphicFramePr/>
          <p:nvPr/>
        </p:nvGraphicFramePr>
        <p:xfrm>
          <a:off x="603360" y="1508760"/>
          <a:ext cx="9777600" cy="5006880"/>
        </p:xfrm>
        <a:graphic>
          <a:graphicData uri="http://schemas.openxmlformats.org/drawingml/2006/table">
            <a:tbl>
              <a:tblPr/>
              <a:tblGrid>
                <a:gridCol w="2485080"/>
                <a:gridCol w="7292880"/>
              </a:tblGrid>
              <a:tr h="489960">
                <a:tc>
                  <a:txBody>
                    <a:bodyPr lIns="137160" tIns="63720" rIns="109440" anchor="ctr">
                      <a:noAutofit/>
                    </a:bodyPr>
                    <a:p>
                      <a:pPr defTabSz="914400">
                        <a:lnSpc>
                          <a:spcPct val="100000"/>
                        </a:lnSpc>
                      </a:pPr>
                      <a:r>
                        <a:rPr lang="fr-FR" sz="1700" b="1" u="none" strike="noStrike">
                          <a:solidFill>
                            <a:srgbClr val="FFFFFF"/>
                          </a:solidFill>
                          <a:effectLst/>
                          <a:uFillTx/>
                          <a:latin typeface="Aptos"/>
                        </a:rPr>
                        <a:t>Terme</a:t>
                      </a:r>
                      <a:endParaRPr lang="en-US" sz="1700" b="0" u="none" strike="noStrike">
                        <a:solidFill>
                          <a:srgbClr val="FFFFFF"/>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2A6640"/>
                    </a:solidFill>
                  </a:tcPr>
                </a:tc>
                <a:tc>
                  <a:txBody>
                    <a:bodyPr lIns="137160" tIns="63720" rIns="109440" anchor="ctr">
                      <a:noAutofit/>
                    </a:bodyPr>
                    <a:p>
                      <a:pPr defTabSz="914400">
                        <a:lnSpc>
                          <a:spcPct val="100000"/>
                        </a:lnSpc>
                      </a:pPr>
                      <a:r>
                        <a:rPr lang="fr-FR" sz="1700" b="1" u="none" strike="noStrike">
                          <a:solidFill>
                            <a:srgbClr val="FFFFFF"/>
                          </a:solidFill>
                          <a:effectLst/>
                          <a:uFillTx/>
                          <a:latin typeface="Aptos"/>
                        </a:rPr>
                        <a:t>Signification dans BCSTO</a:t>
                      </a:r>
                      <a:endParaRPr lang="en-US" sz="1700" b="0" u="none" strike="noStrike">
                        <a:solidFill>
                          <a:srgbClr val="FFFFFF"/>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2A6640"/>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Application web (web-app)</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Logiciel accessible depuis un navigateur, sans installation obligatoire.</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URL / Adresse web</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Adresse d’accès à BCSTO : bridgeclubsaintorens.fr.</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Frontend</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Partie technique exécutée dans le navigateur de l’utilisateur.</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Backend</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Services côté serveur : traitements, règles de gestion et données.</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Espace Club</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Informations et services accessibles anonymement ou après connexion.</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Espace Gestion</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Fonctions de gestion réservées aux membres authentifiés et habilités.</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Authentification</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Vérification de l’identité d’un membre connecté à son compte.</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Habilitation</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Droits déterminant les fonctions accessibles (4 niveaux dans BCSTO).</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AFCFA"/>
                    </a:solidFill>
                  </a:tcPr>
                </a:tc>
              </a:tr>
              <a:tr h="489960">
                <a:tc>
                  <a:txBody>
                    <a:bodyPr lIns="137160" tIns="63720" rIns="109440" anchor="ctr">
                      <a:noAutofit/>
                    </a:bodyPr>
                    <a:p>
                      <a:pPr defTabSz="914400">
                        <a:lnSpc>
                          <a:spcPct val="100000"/>
                        </a:lnSpc>
                      </a:pPr>
                      <a:r>
                        <a:rPr lang="fr-FR" sz="1600" b="1" u="none" strike="noStrike">
                          <a:solidFill>
                            <a:srgbClr val="264231"/>
                          </a:solidFill>
                          <a:effectLst/>
                          <a:uFillTx/>
                          <a:latin typeface="Aptos"/>
                        </a:rPr>
                        <a:t>PWA</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c>
                  <a:txBody>
                    <a:bodyPr lIns="137160" tIns="63720" rIns="109440" anchor="ctr">
                      <a:noAutofit/>
                    </a:bodyPr>
                    <a:p>
                      <a:pPr defTabSz="914400">
                        <a:lnSpc>
                          <a:spcPct val="100000"/>
                        </a:lnSpc>
                      </a:pPr>
                      <a:r>
                        <a:rPr lang="fr-FR" sz="1600" b="0" u="none" strike="noStrike">
                          <a:solidFill>
                            <a:srgbClr val="264231"/>
                          </a:solidFill>
                          <a:effectLst/>
                          <a:uFillTx/>
                          <a:latin typeface="Aptos"/>
                        </a:rPr>
                        <a:t>Application web installable sur l’écran d’accueil d’un appareil.</a:t>
                      </a:r>
                      <a:endParaRPr lang="en-US" sz="1600" b="0" u="none" strike="noStrike">
                        <a:solidFill>
                          <a:srgbClr val="000000"/>
                        </a:solidFill>
                        <a:effectLst/>
                        <a:uFillTx/>
                        <a:latin typeface="Arial"/>
                      </a:endParaRPr>
                    </a:p>
                  </a:txBody>
                  <a:tcPr anchor="ctr" marL="137160" marR="109440" marT="63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5ED"/>
                    </a:solidFill>
                  </a:tcPr>
                </a:tc>
              </a:tr>
            </a:tbl>
          </a:graphicData>
        </a:graphic>
      </p:graphicFrame>
      <p:pic>
        <p:nvPicPr>
          <p:cNvPr id="140" name="BCSTO modèle 8"/>
          <p:cNvPicPr/>
          <p:nvPr/>
        </p:nvPicPr>
        <p:blipFill>
          <a:blip r:embed="rId1"/>
          <a:stretch/>
        </p:blipFill>
        <p:spPr>
          <a:xfrm>
            <a:off x="11334600" y="228600"/>
            <a:ext cx="456480" cy="456480"/>
          </a:xfrm>
          <a:prstGeom prst="rect">
            <a:avLst/>
          </a:prstGeom>
          <a:noFill/>
          <a:ln w="0">
            <a:noFill/>
          </a:ln>
        </p:spPr>
      </p:pic>
      <p:sp>
        <p:nvSpPr>
          <p:cNvPr id="141" name="BCSTO modèle 9"/>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42"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01  Architecture</a:t>
            </a:r>
            <a:endParaRPr lang="en-US" sz="1050" b="0" u="none" strike="noStrike">
              <a:solidFill>
                <a:srgbClr val="000000"/>
              </a:solidFill>
              <a:effectLst/>
              <a:uFillTx/>
              <a:latin typeface="Arial"/>
            </a:endParaRPr>
          </a:p>
        </p:txBody>
      </p:sp>
      <p:sp>
        <p:nvSpPr>
          <p:cNvPr id="143"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4</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4" name="Groupe 2"/>
          <p:cNvGrpSpPr/>
          <p:nvPr/>
        </p:nvGrpSpPr>
        <p:grpSpPr>
          <a:xfrm>
            <a:off x="2926080" y="2761560"/>
            <a:ext cx="1069200" cy="854280"/>
            <a:chOff x="2926080" y="2761560"/>
            <a:chExt cx="1069200" cy="854280"/>
          </a:xfrm>
        </p:grpSpPr>
        <p:sp>
          <p:nvSpPr>
            <p:cNvPr id="145" name="Rounded Rectangle 140"/>
            <p:cNvSpPr/>
            <p:nvPr/>
          </p:nvSpPr>
          <p:spPr>
            <a:xfrm>
              <a:off x="3227760" y="3557160"/>
              <a:ext cx="474840" cy="58680"/>
            </a:xfrm>
            <a:prstGeom prst="roundRect">
              <a:avLst>
                <a:gd name="adj" fmla="val 16667"/>
              </a:avLst>
            </a:prstGeom>
            <a:solidFill>
              <a:srgbClr val="284554"/>
            </a:solidFill>
            <a:ln>
              <a:noFill/>
            </a:ln>
          </p:spPr>
          <p:style>
            <a:lnRef idx="1">
              <a:schemeClr val="accent1"/>
            </a:lnRef>
            <a:fillRef idx="3">
              <a:schemeClr val="accent1"/>
            </a:fillRef>
            <a:effectRef idx="2">
              <a:schemeClr val="accent1"/>
            </a:effectRef>
            <a:fontRef idx="minor"/>
          </p:style>
          <p:txBody>
            <a:bodyPr lIns="90000" tIns="8280" rIns="90000" bIns="8280" anchor="ctr">
              <a:noAutofit/>
            </a:bodyPr>
            <a:p>
              <a:pPr/>
              <a:endParaRPr lang="fr-FR" sz="1800" b="0" u="none" strike="noStrike">
                <a:solidFill>
                  <a:schemeClr val="lt1"/>
                </a:solidFill>
                <a:effectLst/>
                <a:uFillTx/>
                <a:latin typeface="Franklin Gothic Book"/>
              </a:endParaRPr>
            </a:p>
          </p:txBody>
        </p:sp>
        <p:sp>
          <p:nvSpPr>
            <p:cNvPr id="146" name="Rectangle 139"/>
            <p:cNvSpPr/>
            <p:nvPr/>
          </p:nvSpPr>
          <p:spPr>
            <a:xfrm>
              <a:off x="3401640" y="3447360"/>
              <a:ext cx="118080" cy="136440"/>
            </a:xfrm>
            <a:prstGeom prst="rect">
              <a:avLst/>
            </a:prstGeom>
            <a:solidFill>
              <a:srgbClr val="284554"/>
            </a:solidFill>
            <a:ln>
              <a:noFill/>
            </a:ln>
          </p:spPr>
          <p:style>
            <a:lnRef idx="1">
              <a:schemeClr val="accent1"/>
            </a:lnRef>
            <a:fillRef idx="3">
              <a:schemeClr val="accent1"/>
            </a:fillRef>
            <a:effectRef idx="2">
              <a:schemeClr val="accent1"/>
            </a:effectRef>
            <a:fontRef idx="minor"/>
          </p:style>
          <p:txBody>
            <a:bodyPr lIns="59040" tIns="45000" rIns="59040" bIns="45000" anchor="ctr">
              <a:noAutofit/>
            </a:bodyPr>
            <a:p>
              <a:pPr/>
              <a:endParaRPr lang="fr-FR" sz="1800" b="0" u="none" strike="noStrike">
                <a:solidFill>
                  <a:schemeClr val="lt1"/>
                </a:solidFill>
                <a:effectLst/>
                <a:uFillTx/>
                <a:latin typeface="Franklin Gothic Book"/>
              </a:endParaRPr>
            </a:p>
          </p:txBody>
        </p:sp>
        <p:sp>
          <p:nvSpPr>
            <p:cNvPr id="147" name="Rounded Rectangle 138"/>
            <p:cNvSpPr/>
            <p:nvPr/>
          </p:nvSpPr>
          <p:spPr>
            <a:xfrm>
              <a:off x="3429000" y="3282840"/>
              <a:ext cx="438120" cy="49680"/>
            </a:xfrm>
            <a:prstGeom prst="roundRect">
              <a:avLst>
                <a:gd name="adj" fmla="val 16667"/>
              </a:avLst>
            </a:prstGeom>
            <a:solidFill>
              <a:srgbClr val="88ABAC"/>
            </a:solidFill>
            <a:ln>
              <a:noFill/>
            </a:ln>
          </p:spPr>
          <p:style>
            <a:lnRef idx="1">
              <a:schemeClr val="accent1"/>
            </a:lnRef>
            <a:fillRef idx="3">
              <a:schemeClr val="accent1"/>
            </a:fillRef>
            <a:effectRef idx="2">
              <a:schemeClr val="accent1"/>
            </a:effectRef>
            <a:fontRef idx="minor"/>
          </p:style>
          <p:txBody>
            <a:bodyPr lIns="90000" tIns="720" rIns="90000" bIns="720" anchor="ctr">
              <a:noAutofit/>
            </a:bodyPr>
            <a:p>
              <a:pPr/>
              <a:endParaRPr lang="fr-FR" sz="1800" b="0" u="none" strike="noStrike">
                <a:solidFill>
                  <a:schemeClr val="lt1"/>
                </a:solidFill>
                <a:effectLst/>
                <a:uFillTx/>
                <a:latin typeface="Franklin Gothic Book"/>
              </a:endParaRPr>
            </a:p>
          </p:txBody>
        </p:sp>
        <p:sp>
          <p:nvSpPr>
            <p:cNvPr id="148" name="Rounded Rectangle 137"/>
            <p:cNvSpPr/>
            <p:nvPr/>
          </p:nvSpPr>
          <p:spPr>
            <a:xfrm>
              <a:off x="3429000" y="3163680"/>
              <a:ext cx="291960" cy="49680"/>
            </a:xfrm>
            <a:prstGeom prst="roundRect">
              <a:avLst>
                <a:gd name="adj" fmla="val 16667"/>
              </a:avLst>
            </a:prstGeom>
            <a:solidFill>
              <a:srgbClr val="88ABAC"/>
            </a:solidFill>
            <a:ln>
              <a:noFill/>
            </a:ln>
          </p:spPr>
          <p:style>
            <a:lnRef idx="1">
              <a:schemeClr val="accent1"/>
            </a:lnRef>
            <a:fillRef idx="3">
              <a:schemeClr val="accent1"/>
            </a:fillRef>
            <a:effectRef idx="2">
              <a:schemeClr val="accent1"/>
            </a:effectRef>
            <a:fontRef idx="minor"/>
          </p:style>
          <p:txBody>
            <a:bodyPr lIns="90000" tIns="720" rIns="90000" bIns="720" anchor="ctr">
              <a:noAutofit/>
            </a:bodyPr>
            <a:p>
              <a:pPr/>
              <a:endParaRPr lang="fr-FR" sz="1800" b="0" u="none" strike="noStrike">
                <a:solidFill>
                  <a:schemeClr val="lt1"/>
                </a:solidFill>
                <a:effectLst/>
                <a:uFillTx/>
                <a:latin typeface="Franklin Gothic Book"/>
              </a:endParaRPr>
            </a:p>
          </p:txBody>
        </p:sp>
        <p:sp>
          <p:nvSpPr>
            <p:cNvPr id="149" name="Rounded Rectangle 136"/>
            <p:cNvSpPr/>
            <p:nvPr/>
          </p:nvSpPr>
          <p:spPr>
            <a:xfrm>
              <a:off x="3429000" y="3044880"/>
              <a:ext cx="383400" cy="49680"/>
            </a:xfrm>
            <a:prstGeom prst="roundRect">
              <a:avLst>
                <a:gd name="adj" fmla="val 16667"/>
              </a:avLst>
            </a:prstGeom>
            <a:solidFill>
              <a:srgbClr val="88ABAC"/>
            </a:solidFill>
            <a:ln>
              <a:noFill/>
            </a:ln>
          </p:spPr>
          <p:style>
            <a:lnRef idx="1">
              <a:schemeClr val="accent1"/>
            </a:lnRef>
            <a:fillRef idx="3">
              <a:schemeClr val="accent1"/>
            </a:fillRef>
            <a:effectRef idx="2">
              <a:schemeClr val="accent1"/>
            </a:effectRef>
            <a:fontRef idx="minor"/>
          </p:style>
          <p:txBody>
            <a:bodyPr lIns="90000" tIns="720" rIns="90000" bIns="720" anchor="ctr">
              <a:noAutofit/>
            </a:bodyPr>
            <a:p>
              <a:pPr/>
              <a:endParaRPr lang="fr-FR" sz="1800" b="0" u="none" strike="noStrike">
                <a:solidFill>
                  <a:schemeClr val="lt1"/>
                </a:solidFill>
                <a:effectLst/>
                <a:uFillTx/>
                <a:latin typeface="Franklin Gothic Book"/>
              </a:endParaRPr>
            </a:p>
          </p:txBody>
        </p:sp>
        <p:sp>
          <p:nvSpPr>
            <p:cNvPr id="150" name="Rounded Rectangle 135"/>
            <p:cNvSpPr/>
            <p:nvPr/>
          </p:nvSpPr>
          <p:spPr>
            <a:xfrm>
              <a:off x="3081600" y="3026520"/>
              <a:ext cx="273600" cy="227880"/>
            </a:xfrm>
            <a:prstGeom prst="roundRect">
              <a:avLst>
                <a:gd name="adj" fmla="val 16667"/>
              </a:avLst>
            </a:prstGeom>
            <a:solidFill>
              <a:srgbClr val="7EAE5C"/>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151" name="Oval 134"/>
            <p:cNvSpPr/>
            <p:nvPr/>
          </p:nvSpPr>
          <p:spPr>
            <a:xfrm>
              <a:off x="3237120" y="2853000"/>
              <a:ext cx="49680" cy="49680"/>
            </a:xfrm>
            <a:prstGeom prst="ellipse">
              <a:avLst/>
            </a:prstGeom>
            <a:solidFill>
              <a:srgbClr val="F8CF4C"/>
            </a:solidFill>
            <a:ln>
              <a:noFill/>
            </a:ln>
          </p:spPr>
          <p:style>
            <a:lnRef idx="1">
              <a:schemeClr val="accent1"/>
            </a:lnRef>
            <a:fillRef idx="3">
              <a:schemeClr val="accent1"/>
            </a:fillRef>
            <a:effectRef idx="2">
              <a:schemeClr val="accent1"/>
            </a:effectRef>
            <a:fontRef idx="minor"/>
          </p:style>
          <p:txBody>
            <a:bodyPr lIns="24840" tIns="-9360" rIns="24840" bIns="-9360" anchor="ctr">
              <a:noAutofit/>
            </a:bodyPr>
            <a:p>
              <a:pPr/>
              <a:endParaRPr lang="fr-FR" sz="1800" b="0" u="none" strike="noStrike">
                <a:solidFill>
                  <a:schemeClr val="lt1"/>
                </a:solidFill>
                <a:effectLst/>
                <a:uFillTx/>
                <a:latin typeface="Franklin Gothic Book"/>
              </a:endParaRPr>
            </a:p>
          </p:txBody>
        </p:sp>
        <p:sp>
          <p:nvSpPr>
            <p:cNvPr id="152" name="Oval 133"/>
            <p:cNvSpPr/>
            <p:nvPr/>
          </p:nvSpPr>
          <p:spPr>
            <a:xfrm>
              <a:off x="3136320" y="2853000"/>
              <a:ext cx="49680" cy="49680"/>
            </a:xfrm>
            <a:prstGeom prst="ellipse">
              <a:avLst/>
            </a:prstGeom>
            <a:solidFill>
              <a:srgbClr val="7FA756"/>
            </a:solidFill>
            <a:ln>
              <a:noFill/>
            </a:ln>
          </p:spPr>
          <p:style>
            <a:lnRef idx="1">
              <a:schemeClr val="accent1"/>
            </a:lnRef>
            <a:fillRef idx="3">
              <a:schemeClr val="accent1"/>
            </a:fillRef>
            <a:effectRef idx="2">
              <a:schemeClr val="accent1"/>
            </a:effectRef>
            <a:fontRef idx="minor"/>
          </p:style>
          <p:txBody>
            <a:bodyPr lIns="24840" tIns="-9360" rIns="24840" bIns="-9360" anchor="ctr">
              <a:noAutofit/>
            </a:bodyPr>
            <a:p>
              <a:pPr/>
              <a:endParaRPr lang="fr-FR" sz="1800" b="0" u="none" strike="noStrike">
                <a:solidFill>
                  <a:schemeClr val="lt1"/>
                </a:solidFill>
                <a:effectLst/>
                <a:uFillTx/>
                <a:latin typeface="Franklin Gothic Book"/>
              </a:endParaRPr>
            </a:p>
          </p:txBody>
        </p:sp>
        <p:sp>
          <p:nvSpPr>
            <p:cNvPr id="153" name="Oval 132"/>
            <p:cNvSpPr/>
            <p:nvPr/>
          </p:nvSpPr>
          <p:spPr>
            <a:xfrm>
              <a:off x="3035880" y="2853000"/>
              <a:ext cx="49680" cy="49680"/>
            </a:xfrm>
            <a:prstGeom prst="ellipse">
              <a:avLst/>
            </a:prstGeom>
            <a:solidFill>
              <a:srgbClr val="4C939D"/>
            </a:solidFill>
            <a:ln>
              <a:noFill/>
            </a:ln>
          </p:spPr>
          <p:style>
            <a:lnRef idx="1">
              <a:schemeClr val="accent1"/>
            </a:lnRef>
            <a:fillRef idx="3">
              <a:schemeClr val="accent1"/>
            </a:fillRef>
            <a:effectRef idx="2">
              <a:schemeClr val="accent1"/>
            </a:effectRef>
            <a:fontRef idx="minor"/>
          </p:style>
          <p:txBody>
            <a:bodyPr lIns="24840" tIns="-9360" rIns="24840" bIns="-9360" anchor="ctr">
              <a:noAutofit/>
            </a:bodyPr>
            <a:p>
              <a:pPr/>
              <a:endParaRPr lang="fr-FR" sz="1800" b="0" u="none" strike="noStrike">
                <a:solidFill>
                  <a:schemeClr val="lt1"/>
                </a:solidFill>
                <a:effectLst/>
                <a:uFillTx/>
                <a:latin typeface="Franklin Gothic Book"/>
              </a:endParaRPr>
            </a:p>
          </p:txBody>
        </p:sp>
        <p:sp>
          <p:nvSpPr>
            <p:cNvPr id="154" name="Rectangle 131"/>
            <p:cNvSpPr/>
            <p:nvPr/>
          </p:nvSpPr>
          <p:spPr>
            <a:xfrm>
              <a:off x="2971800" y="2816280"/>
              <a:ext cx="977760" cy="127440"/>
            </a:xfrm>
            <a:prstGeom prst="rect">
              <a:avLst/>
            </a:prstGeom>
            <a:solidFill>
              <a:srgbClr val="CFE5E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155" name="Rectangle 130"/>
            <p:cNvSpPr/>
            <p:nvPr/>
          </p:nvSpPr>
          <p:spPr>
            <a:xfrm>
              <a:off x="2971800" y="2816280"/>
              <a:ext cx="977760" cy="538920"/>
            </a:xfrm>
            <a:prstGeom prst="rect">
              <a:avLst/>
            </a:prstGeom>
            <a:solidFill>
              <a:srgbClr val="F5FAF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156" name="Rounded Rectangle 129"/>
            <p:cNvSpPr/>
            <p:nvPr/>
          </p:nvSpPr>
          <p:spPr>
            <a:xfrm>
              <a:off x="2926080" y="2761560"/>
              <a:ext cx="1069200" cy="685080"/>
            </a:xfrm>
            <a:prstGeom prst="roundRect">
              <a:avLst>
                <a:gd name="adj" fmla="val 16667"/>
              </a:avLst>
            </a:prstGeom>
            <a:solidFill>
              <a:srgbClr val="284554"/>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grpSp>
      <p:grpSp>
        <p:nvGrpSpPr>
          <p:cNvPr id="157" name="Groupe 3"/>
          <p:cNvGrpSpPr/>
          <p:nvPr/>
        </p:nvGrpSpPr>
        <p:grpSpPr>
          <a:xfrm>
            <a:off x="1892880" y="2770560"/>
            <a:ext cx="739800" cy="886320"/>
            <a:chOff x="1892880" y="2770560"/>
            <a:chExt cx="739800" cy="886320"/>
          </a:xfrm>
        </p:grpSpPr>
        <p:sp>
          <p:nvSpPr>
            <p:cNvPr id="158" name="Oval 128"/>
            <p:cNvSpPr/>
            <p:nvPr/>
          </p:nvSpPr>
          <p:spPr>
            <a:xfrm>
              <a:off x="1892880" y="3273480"/>
              <a:ext cx="739800" cy="383400"/>
            </a:xfrm>
            <a:prstGeom prst="ellipse">
              <a:avLst/>
            </a:prstGeom>
            <a:solidFill>
              <a:srgbClr val="4D915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159" name="Oval 127"/>
            <p:cNvSpPr/>
            <p:nvPr/>
          </p:nvSpPr>
          <p:spPr>
            <a:xfrm>
              <a:off x="2011680" y="2770560"/>
              <a:ext cx="502200" cy="502200"/>
            </a:xfrm>
            <a:prstGeom prst="ellipse">
              <a:avLst/>
            </a:prstGeom>
            <a:solidFill>
              <a:srgbClr val="4D915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grpSp>
      <p:sp>
        <p:nvSpPr>
          <p:cNvPr id="160"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51" strike="noStrike">
                <a:solidFill>
                  <a:schemeClr val="dk1"/>
                </a:solidFill>
                <a:effectLst/>
                <a:uFillTx/>
                <a:latin typeface="Franklin Gothic Demi"/>
              </a:rPr>
              <a:t>BCSTO : une adresse, deux espaces</a:t>
            </a:r>
            <a:endParaRPr lang="fr-FR" sz="4400" b="1" u="none" spc="51" strike="noStrike">
              <a:solidFill>
                <a:schemeClr val="dk1"/>
              </a:solidFill>
              <a:effectLst/>
              <a:uFillTx/>
              <a:latin typeface="Franklin Gothic Demi"/>
            </a:endParaRPr>
          </a:p>
        </p:txBody>
      </p:sp>
      <p:sp>
        <p:nvSpPr>
          <p:cNvPr id="161" name="Rounded Rectangle 32"/>
          <p:cNvSpPr/>
          <p:nvPr/>
        </p:nvSpPr>
        <p:spPr>
          <a:xfrm>
            <a:off x="3710880" y="2896920"/>
            <a:ext cx="2711520" cy="335160"/>
          </a:xfrm>
          <a:prstGeom prst="roundRect">
            <a:avLst>
              <a:gd name="adj" fmla="val 16667"/>
            </a:avLst>
          </a:prstGeom>
          <a:solidFill>
            <a:schemeClr val="bg1">
              <a:lumMod val="65000"/>
              <a:lumOff val="35000"/>
            </a:schemeClr>
          </a:solidFill>
          <a:ln w="15240">
            <a:noFill/>
          </a:ln>
        </p:spPr>
        <p:style>
          <a:lnRef idx="1">
            <a:schemeClr val="accent1"/>
          </a:lnRef>
          <a:fillRef idx="3">
            <a:schemeClr val="accent1"/>
          </a:fillRef>
          <a:effectRef idx="2">
            <a:schemeClr val="accent1"/>
          </a:effectRef>
          <a:fontRef idx="minor"/>
        </p:style>
        <p:txBody>
          <a:bodyPr lIns="90000" tIns="45000" rIns="90000" bIns="45000" anchor="ctr">
            <a:noAutofit/>
          </a:bodyPr>
          <a:p>
            <a:pPr defTabSz="914400">
              <a:lnSpc>
                <a:spcPct val="100000"/>
              </a:lnSpc>
            </a:pPr>
            <a:r>
              <a:rPr lang="fr-FR" sz="1400" b="1" u="none" strike="noStrike">
                <a:solidFill>
                  <a:srgbClr val="FFFFFF"/>
                </a:solidFill>
                <a:effectLst/>
                <a:uFillTx/>
                <a:latin typeface="Franklin Gothic Book"/>
              </a:rPr>
              <a:t>https://bridgeclubsaintorens.fr</a:t>
            </a:r>
            <a:endParaRPr lang="en-US" sz="1400" b="0" u="none" strike="noStrike">
              <a:solidFill>
                <a:srgbClr val="000000"/>
              </a:solidFill>
              <a:effectLst/>
              <a:uFillTx/>
              <a:latin typeface="Arial"/>
            </a:endParaRPr>
          </a:p>
        </p:txBody>
      </p:sp>
      <p:sp>
        <p:nvSpPr>
          <p:cNvPr id="162" name="Rounded Rectangle 42"/>
          <p:cNvSpPr/>
          <p:nvPr/>
        </p:nvSpPr>
        <p:spPr>
          <a:xfrm>
            <a:off x="1287720" y="4347720"/>
            <a:ext cx="1943280" cy="1079280"/>
          </a:xfrm>
          <a:prstGeom prst="roundRect">
            <a:avLst>
              <a:gd name="adj" fmla="val 16667"/>
            </a:avLst>
          </a:prstGeom>
          <a:gradFill rotWithShape="0">
            <a:gsLst>
              <a:gs pos="0">
                <a:srgbClr val="A4C9D1"/>
              </a:gs>
              <a:gs pos="50000">
                <a:srgbClr val="98BEC6"/>
              </a:gs>
              <a:gs pos="100000">
                <a:srgbClr val="85B7C1"/>
              </a:gs>
            </a:gsLst>
            <a:lin ang="5400000"/>
          </a:gradFill>
          <a:ln>
            <a:solidFill>
              <a:srgbClr val="4495A2"/>
            </a:solidFill>
          </a:ln>
        </p:spPr>
        <p:style>
          <a:lnRef idx="1">
            <a:schemeClr val="accent3"/>
          </a:lnRef>
          <a:fillRef idx="2">
            <a:schemeClr val="accent3"/>
          </a:fillRef>
          <a:effectRef idx="1">
            <a:schemeClr val="accent3"/>
          </a:effectRef>
          <a:fontRef idx="minor"/>
        </p:style>
        <p:txBody>
          <a:bodyPr lIns="0" tIns="109800" rIns="90000" bIns="45000" anchor="ctr">
            <a:noAutofit/>
          </a:bodyPr>
          <a:p>
            <a:pPr algn="ctr" defTabSz="914400">
              <a:lnSpc>
                <a:spcPct val="100000"/>
              </a:lnSpc>
            </a:pPr>
            <a:r>
              <a:rPr lang="fr-FR" sz="1300" b="1" u="none" strike="noStrike">
                <a:solidFill>
                  <a:srgbClr val="1B485B"/>
                </a:solidFill>
                <a:effectLst/>
                <a:uFillTx/>
                <a:latin typeface="Franklin Gothic Book"/>
              </a:rPr>
              <a:t>Espace Club</a:t>
            </a:r>
            <a:endParaRPr lang="en-US" sz="1300" b="0" u="none" strike="noStrike">
              <a:solidFill>
                <a:srgbClr val="FFFFFF"/>
              </a:solidFill>
              <a:effectLst/>
              <a:uFillTx/>
              <a:latin typeface="Arial"/>
            </a:endParaRPr>
          </a:p>
          <a:p>
            <a:pPr algn="ctr" defTabSz="914400">
              <a:lnSpc>
                <a:spcPct val="100000"/>
              </a:lnSpc>
            </a:pPr>
            <a:endParaRPr lang="en-US" sz="1300" b="0" u="none" strike="noStrike">
              <a:solidFill>
                <a:srgbClr val="FFFFFF"/>
              </a:solidFill>
              <a:effectLst/>
              <a:uFillTx/>
              <a:latin typeface="Arial"/>
            </a:endParaRPr>
          </a:p>
          <a:p>
            <a:pPr algn="ctr" defTabSz="914400">
              <a:lnSpc>
                <a:spcPct val="100000"/>
              </a:lnSpc>
            </a:pPr>
            <a:endParaRPr lang="en-US" sz="1300" b="0" u="none" strike="noStrike">
              <a:solidFill>
                <a:srgbClr val="FFFFFF"/>
              </a:solidFill>
              <a:effectLst/>
              <a:uFillTx/>
              <a:latin typeface="Arial"/>
            </a:endParaRPr>
          </a:p>
        </p:txBody>
      </p:sp>
      <p:pic>
        <p:nvPicPr>
          <p:cNvPr id="163" name="Picture 43" descr="bcsto_logo_exact.png"/>
          <p:cNvPicPr/>
          <p:nvPr/>
        </p:nvPicPr>
        <p:blipFill>
          <a:blip r:embed="rId1"/>
          <a:stretch/>
        </p:blipFill>
        <p:spPr>
          <a:xfrm>
            <a:off x="1903680" y="4377240"/>
            <a:ext cx="266040" cy="228600"/>
          </a:xfrm>
          <a:prstGeom prst="rect">
            <a:avLst/>
          </a:prstGeom>
          <a:noFill/>
          <a:ln w="0">
            <a:noFill/>
          </a:ln>
        </p:spPr>
      </p:pic>
      <p:sp>
        <p:nvSpPr>
          <p:cNvPr id="164" name="TextBox 45"/>
          <p:cNvSpPr/>
          <p:nvPr/>
        </p:nvSpPr>
        <p:spPr>
          <a:xfrm>
            <a:off x="2179440" y="4376520"/>
            <a:ext cx="523800" cy="21420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400" b="1" u="none" strike="noStrike">
                <a:solidFill>
                  <a:srgbClr val="0A64BE"/>
                </a:solidFill>
                <a:effectLst/>
                <a:uFillTx/>
                <a:latin typeface="Arial"/>
              </a:rPr>
              <a:t>/front</a:t>
            </a:r>
            <a:endParaRPr lang="en-US" sz="1400" b="0" u="none" strike="noStrike">
              <a:solidFill>
                <a:srgbClr val="000000"/>
              </a:solidFill>
              <a:effectLst/>
              <a:uFillTx/>
              <a:latin typeface="Arial"/>
            </a:endParaRPr>
          </a:p>
        </p:txBody>
      </p:sp>
      <p:sp>
        <p:nvSpPr>
          <p:cNvPr id="165" name="Rounded Rectangle 54"/>
          <p:cNvSpPr/>
          <p:nvPr/>
        </p:nvSpPr>
        <p:spPr>
          <a:xfrm>
            <a:off x="4114080" y="4346640"/>
            <a:ext cx="1943280" cy="1079280"/>
          </a:xfrm>
          <a:prstGeom prst="roundRect">
            <a:avLst>
              <a:gd name="adj" fmla="val 16667"/>
            </a:avLst>
          </a:prstGeom>
          <a:gradFill rotWithShape="0">
            <a:gsLst>
              <a:gs pos="0">
                <a:srgbClr val="D9ECEF"/>
              </a:gs>
              <a:gs pos="50000">
                <a:srgbClr val="CDE5E9"/>
              </a:gs>
              <a:gs pos="100000">
                <a:srgbClr val="C5E3E8"/>
              </a:gs>
            </a:gsLst>
            <a:lin ang="5400000"/>
          </a:gradFill>
          <a:ln>
            <a:solidFill>
              <a:srgbClr val="A9D4DB"/>
            </a:solidFill>
          </a:ln>
        </p:spPr>
        <p:style>
          <a:lnRef idx="1">
            <a:schemeClr val="accent1"/>
          </a:lnRef>
          <a:fillRef idx="2">
            <a:schemeClr val="accent1"/>
          </a:fillRef>
          <a:effectRef idx="1">
            <a:schemeClr val="accent1"/>
          </a:effectRef>
          <a:fontRef idx="minor"/>
        </p:style>
        <p:txBody>
          <a:bodyPr lIns="36000" tIns="173880" rIns="36000" bIns="45000" anchor="ctr">
            <a:noAutofit/>
          </a:bodyPr>
          <a:p>
            <a:pPr algn="ctr" defTabSz="914400">
              <a:lnSpc>
                <a:spcPct val="100000"/>
              </a:lnSpc>
            </a:pPr>
            <a:r>
              <a:rPr lang="fr-FR" sz="1300" b="1" u="none" strike="noStrike">
                <a:solidFill>
                  <a:srgbClr val="1B485B"/>
                </a:solidFill>
                <a:effectLst/>
                <a:uFillTx/>
                <a:latin typeface="Franklin Gothic Book"/>
              </a:rPr>
              <a:t>Espace Gestion</a:t>
            </a:r>
            <a:endParaRPr lang="en-US" sz="1300" b="0" u="none" strike="noStrike">
              <a:solidFill>
                <a:srgbClr val="FFFFFF"/>
              </a:solidFill>
              <a:effectLst/>
              <a:uFillTx/>
              <a:latin typeface="Arial"/>
            </a:endParaRPr>
          </a:p>
          <a:p>
            <a:pPr algn="ctr" defTabSz="914400">
              <a:lnSpc>
                <a:spcPct val="100000"/>
              </a:lnSpc>
            </a:pPr>
            <a:r>
              <a:rPr lang="fr-FR" sz="1050" b="0" u="none" strike="noStrike">
                <a:solidFill>
                  <a:srgbClr val="1B485B"/>
                </a:solidFill>
                <a:effectLst/>
                <a:uFillTx/>
                <a:latin typeface="Franklin Gothic Book"/>
              </a:rPr>
              <a:t>Membre connecté</a:t>
            </a:r>
            <a:endParaRPr lang="en-US" sz="1050" b="0" u="none" strike="noStrike">
              <a:solidFill>
                <a:srgbClr val="FFFFFF"/>
              </a:solidFill>
              <a:effectLst/>
              <a:uFillTx/>
              <a:latin typeface="Arial"/>
            </a:endParaRPr>
          </a:p>
          <a:p>
            <a:pPr algn="ctr" defTabSz="914400">
              <a:lnSpc>
                <a:spcPct val="100000"/>
              </a:lnSpc>
            </a:pPr>
            <a:r>
              <a:rPr lang="fr-FR" sz="1050" b="0" u="none" strike="noStrike">
                <a:solidFill>
                  <a:srgbClr val="1B485B"/>
                </a:solidFill>
                <a:effectLst/>
                <a:uFillTx/>
                <a:latin typeface="Franklin Gothic Book"/>
              </a:rPr>
              <a:t>+ droits appropriés</a:t>
            </a:r>
            <a:endParaRPr lang="en-US" sz="1050" b="0" u="none" strike="noStrike">
              <a:solidFill>
                <a:srgbClr val="FFFFFF"/>
              </a:solidFill>
              <a:effectLst/>
              <a:uFillTx/>
              <a:latin typeface="Arial"/>
            </a:endParaRPr>
          </a:p>
        </p:txBody>
      </p:sp>
      <p:sp>
        <p:nvSpPr>
          <p:cNvPr id="166" name="TextBox 58"/>
          <p:cNvSpPr/>
          <p:nvPr/>
        </p:nvSpPr>
        <p:spPr>
          <a:xfrm>
            <a:off x="4969440" y="4411440"/>
            <a:ext cx="678960" cy="21420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400" b="1" u="none" strike="noStrike">
                <a:solidFill>
                  <a:srgbClr val="0A64BE"/>
                </a:solidFill>
                <a:effectLst/>
                <a:uFillTx/>
                <a:latin typeface="Arial"/>
              </a:rPr>
              <a:t>/back</a:t>
            </a:r>
            <a:endParaRPr lang="en-US" sz="1400" b="0" u="none" strike="noStrike">
              <a:solidFill>
                <a:srgbClr val="000000"/>
              </a:solidFill>
              <a:effectLst/>
              <a:uFillTx/>
              <a:latin typeface="Arial"/>
            </a:endParaRPr>
          </a:p>
        </p:txBody>
      </p:sp>
      <p:pic>
        <p:nvPicPr>
          <p:cNvPr id="167" name="Picture 105" descr="admin.jpg"/>
          <p:cNvPicPr/>
          <p:nvPr/>
        </p:nvPicPr>
        <p:blipFill>
          <a:blip r:embed="rId2"/>
          <a:stretch/>
        </p:blipFill>
        <p:spPr>
          <a:xfrm>
            <a:off x="4616640" y="4380120"/>
            <a:ext cx="246960" cy="215280"/>
          </a:xfrm>
          <a:prstGeom prst="rect">
            <a:avLst/>
          </a:prstGeom>
          <a:noFill/>
          <a:ln w="0">
            <a:noFill/>
          </a:ln>
        </p:spPr>
      </p:pic>
      <p:sp>
        <p:nvSpPr>
          <p:cNvPr id="168" name="ZoneTexte 120"/>
          <p:cNvSpPr/>
          <p:nvPr/>
        </p:nvSpPr>
        <p:spPr>
          <a:xfrm>
            <a:off x="7013520" y="3538800"/>
            <a:ext cx="4735800" cy="26053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Aft>
                <a:spcPts val="300"/>
              </a:spcAft>
            </a:pPr>
            <a:r>
              <a:rPr lang="fr-FR" sz="1400" b="1" u="none" strike="noStrike">
                <a:solidFill>
                  <a:srgbClr val="141D21"/>
                </a:solidFill>
                <a:effectLst/>
                <a:uFillTx/>
                <a:latin typeface="Arial"/>
              </a:rPr>
              <a:t>Une adresse unique, deux espaces complémentaires</a:t>
            </a:r>
            <a:endParaRPr lang="en-US" sz="1400" b="0" u="none" strike="noStrike">
              <a:solidFill>
                <a:srgbClr val="000000"/>
              </a:solidFill>
              <a:effectLst/>
              <a:uFillTx/>
              <a:latin typeface="Arial"/>
            </a:endParaRPr>
          </a:p>
          <a:p>
            <a:pPr defTabSz="914400">
              <a:lnSpc>
                <a:spcPct val="100000"/>
              </a:lnSpc>
              <a:spcAft>
                <a:spcPts val="300"/>
              </a:spcAft>
            </a:pPr>
            <a:endParaRPr lang="en-US" sz="1400" b="0" u="none" strike="noStrike">
              <a:solidFill>
                <a:srgbClr val="000000"/>
              </a:solidFill>
              <a:effectLst/>
              <a:uFillTx/>
              <a:latin typeface="Arial"/>
            </a:endParaRPr>
          </a:p>
          <a:p>
            <a:pPr defTabSz="914400">
              <a:lnSpc>
                <a:spcPct val="100000"/>
              </a:lnSpc>
              <a:spcAft>
                <a:spcPts val="300"/>
              </a:spcAft>
            </a:pPr>
            <a:r>
              <a:rPr lang="fr-FR" sz="1220" b="0" u="none" strike="noStrike">
                <a:solidFill>
                  <a:srgbClr val="141D21"/>
                </a:solidFill>
                <a:effectLst/>
                <a:uFillTx/>
                <a:latin typeface="Arial"/>
              </a:rPr>
              <a:t>• Accès public : sans connexion</a:t>
            </a:r>
            <a:endParaRPr lang="en-US" sz="1220" b="0" u="none" strike="noStrike">
              <a:solidFill>
                <a:srgbClr val="000000"/>
              </a:solidFill>
              <a:effectLst/>
              <a:uFillTx/>
              <a:latin typeface="Arial"/>
            </a:endParaRPr>
          </a:p>
          <a:p>
            <a:pPr defTabSz="914400">
              <a:lnSpc>
                <a:spcPct val="100000"/>
              </a:lnSpc>
              <a:spcAft>
                <a:spcPts val="300"/>
              </a:spcAft>
            </a:pPr>
            <a:r>
              <a:rPr lang="fr-FR" sz="1220" b="0" u="none" strike="noStrike">
                <a:solidFill>
                  <a:srgbClr val="141D21"/>
                </a:solidFill>
                <a:effectLst/>
                <a:uFillTx/>
                <a:latin typeface="Arial"/>
              </a:rPr>
              <a:t>• Authentification : vérifier l’identité du membre</a:t>
            </a:r>
            <a:endParaRPr lang="en-US" sz="1220" b="0" u="none" strike="noStrike">
              <a:solidFill>
                <a:srgbClr val="000000"/>
              </a:solidFill>
              <a:effectLst/>
              <a:uFillTx/>
              <a:latin typeface="Arial"/>
            </a:endParaRPr>
          </a:p>
          <a:p>
            <a:pPr defTabSz="914400">
              <a:lnSpc>
                <a:spcPct val="100000"/>
              </a:lnSpc>
              <a:spcAft>
                <a:spcPts val="300"/>
              </a:spcAft>
            </a:pPr>
            <a:r>
              <a:rPr lang="fr-FR" sz="1220" b="0" u="none" strike="noStrike">
                <a:solidFill>
                  <a:srgbClr val="141D21"/>
                </a:solidFill>
                <a:effectLst/>
                <a:uFillTx/>
                <a:latin typeface="Arial"/>
              </a:rPr>
              <a:t>• Habilitation : définir ses droits d’accès</a:t>
            </a:r>
            <a:endParaRPr lang="en-US" sz="1220" b="0" u="none" strike="noStrike">
              <a:solidFill>
                <a:srgbClr val="000000"/>
              </a:solidFill>
              <a:effectLst/>
              <a:uFillTx/>
              <a:latin typeface="Arial"/>
            </a:endParaRPr>
          </a:p>
          <a:p>
            <a:pPr defTabSz="914400">
              <a:lnSpc>
                <a:spcPct val="100000"/>
              </a:lnSpc>
              <a:spcAft>
                <a:spcPts val="300"/>
              </a:spcAft>
            </a:pPr>
            <a:r>
              <a:rPr lang="fr-FR" sz="1220" b="0" u="none" strike="noStrike">
                <a:solidFill>
                  <a:srgbClr val="141D21"/>
                </a:solidFill>
                <a:effectLst/>
                <a:uFillTx/>
                <a:latin typeface="Arial"/>
              </a:rPr>
              <a:t>   (4 niveaux pour l’Espace Gestion)</a:t>
            </a:r>
            <a:endParaRPr lang="en-US" sz="1220" b="0" u="none" strike="noStrike">
              <a:solidFill>
                <a:srgbClr val="000000"/>
              </a:solidFill>
              <a:effectLst/>
              <a:uFillTx/>
              <a:latin typeface="Arial"/>
            </a:endParaRPr>
          </a:p>
          <a:p>
            <a:pPr defTabSz="914400">
              <a:lnSpc>
                <a:spcPct val="100000"/>
              </a:lnSpc>
              <a:spcAft>
                <a:spcPts val="300"/>
              </a:spcAft>
            </a:pPr>
            <a:endParaRPr lang="en-US" sz="1220" b="0" u="none" strike="noStrike">
              <a:solidFill>
                <a:srgbClr val="000000"/>
              </a:solidFill>
              <a:effectLst/>
              <a:uFillTx/>
              <a:latin typeface="Arial"/>
            </a:endParaRPr>
          </a:p>
          <a:p>
            <a:pPr defTabSz="914400">
              <a:lnSpc>
                <a:spcPct val="100000"/>
              </a:lnSpc>
              <a:spcAft>
                <a:spcPts val="300"/>
              </a:spcAft>
            </a:pPr>
            <a:r>
              <a:rPr lang="fr-FR" sz="1220" b="1" u="none" strike="noStrike">
                <a:solidFill>
                  <a:srgbClr val="141D21"/>
                </a:solidFill>
                <a:effectLst/>
                <a:uFillTx/>
                <a:latin typeface="Arial"/>
              </a:rPr>
              <a:t>À chaque visite, BCSTO retrouve le dernier espace utilisé.</a:t>
            </a:r>
            <a:endParaRPr lang="en-US" sz="1220" b="0" u="none" strike="noStrike">
              <a:solidFill>
                <a:srgbClr val="000000"/>
              </a:solidFill>
              <a:effectLst/>
              <a:uFillTx/>
              <a:latin typeface="Arial"/>
            </a:endParaRPr>
          </a:p>
        </p:txBody>
      </p:sp>
      <p:pic>
        <p:nvPicPr>
          <p:cNvPr id="169" name="Picture 47" descr="v7_globe.png"/>
          <p:cNvPicPr/>
          <p:nvPr/>
        </p:nvPicPr>
        <p:blipFill>
          <a:blip r:embed="rId3"/>
          <a:stretch/>
        </p:blipFill>
        <p:spPr>
          <a:xfrm>
            <a:off x="1068480" y="4908600"/>
            <a:ext cx="348120" cy="323280"/>
          </a:xfrm>
          <a:prstGeom prst="rect">
            <a:avLst/>
          </a:prstGeom>
          <a:noFill/>
          <a:ln w="0">
            <a:noFill/>
          </a:ln>
        </p:spPr>
      </p:pic>
      <p:sp>
        <p:nvSpPr>
          <p:cNvPr id="170" name="ZoneTexte 119"/>
          <p:cNvSpPr/>
          <p:nvPr/>
        </p:nvSpPr>
        <p:spPr>
          <a:xfrm>
            <a:off x="3005640" y="4818600"/>
            <a:ext cx="442440" cy="46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2400" b="0" u="none" strike="noStrike">
                <a:solidFill>
                  <a:schemeClr val="dk1"/>
                </a:solidFill>
                <a:effectLst/>
                <a:uFillTx/>
                <a:latin typeface="Franklin Gothic Book"/>
              </a:rPr>
              <a:t>🔒</a:t>
            </a:r>
            <a:endParaRPr lang="en-US" sz="2400" b="0" u="none" strike="noStrike">
              <a:solidFill>
                <a:srgbClr val="000000"/>
              </a:solidFill>
              <a:effectLst/>
              <a:uFillTx/>
              <a:latin typeface="Arial"/>
            </a:endParaRPr>
          </a:p>
        </p:txBody>
      </p:sp>
      <p:cxnSp>
        <p:nvCxnSpPr>
          <p:cNvPr id="171" name="Connecteur droit avec flèche 123"/>
          <p:cNvCxnSpPr/>
          <p:nvPr/>
        </p:nvCxnSpPr>
        <p:spPr>
          <a:xfrm>
            <a:off x="3560400" y="3703680"/>
            <a:ext cx="779760" cy="501120"/>
          </a:xfrm>
          <a:prstGeom prst="straightConnector1">
            <a:avLst/>
          </a:prstGeom>
          <a:ln w="57150">
            <a:solidFill>
              <a:srgbClr val="4495A2"/>
            </a:solidFill>
            <a:round/>
            <a:tailEnd len="med" type="arrow" w="med"/>
          </a:ln>
        </p:spPr>
      </p:cxnSp>
      <p:pic>
        <p:nvPicPr>
          <p:cNvPr id="172" name="Image 125"/>
          <p:cNvPicPr/>
          <p:nvPr/>
        </p:nvPicPr>
        <p:blipFill>
          <a:blip r:embed="rId4"/>
          <a:stretch/>
        </p:blipFill>
        <p:spPr>
          <a:xfrm>
            <a:off x="5677920" y="4626720"/>
            <a:ext cx="899280" cy="599400"/>
          </a:xfrm>
          <a:prstGeom prst="rect">
            <a:avLst/>
          </a:prstGeom>
          <a:noFill/>
          <a:ln w="0">
            <a:noFill/>
          </a:ln>
        </p:spPr>
      </p:pic>
      <p:sp>
        <p:nvSpPr>
          <p:cNvPr id="173" name="TextBox 59"/>
          <p:cNvSpPr/>
          <p:nvPr/>
        </p:nvSpPr>
        <p:spPr>
          <a:xfrm>
            <a:off x="4535280" y="5551920"/>
            <a:ext cx="1147320" cy="76860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00" b="0" u="none" strike="noStrike">
                <a:solidFill>
                  <a:srgbClr val="4C5E73"/>
                </a:solidFill>
                <a:effectLst/>
                <a:uFillTx/>
                <a:latin typeface="Franklin Gothic Demi"/>
              </a:rPr>
              <a:t>Membres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Tournois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Comptabilité</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Configuration</a:t>
            </a:r>
            <a:br>
              <a:rPr sz="1000"/>
            </a:br>
            <a:r>
              <a:rPr lang="fr-FR" sz="1000" b="0" u="none" strike="noStrike">
                <a:solidFill>
                  <a:srgbClr val="4C5E73"/>
                </a:solidFill>
                <a:effectLst/>
                <a:uFillTx/>
                <a:latin typeface="Franklin Gothic Demi"/>
              </a:rPr>
              <a:t>.....</a:t>
            </a:r>
            <a:endParaRPr lang="en-US" sz="1000" b="0" u="none" strike="noStrike">
              <a:solidFill>
                <a:srgbClr val="000000"/>
              </a:solidFill>
              <a:effectLst/>
              <a:uFillTx/>
              <a:latin typeface="Arial"/>
            </a:endParaRPr>
          </a:p>
        </p:txBody>
      </p:sp>
      <p:sp>
        <p:nvSpPr>
          <p:cNvPr id="174" name="TextBox 49"/>
          <p:cNvSpPr/>
          <p:nvPr/>
        </p:nvSpPr>
        <p:spPr>
          <a:xfrm>
            <a:off x="1326240" y="5617080"/>
            <a:ext cx="843120" cy="61488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00" b="0" u="none" strike="noStrike">
                <a:solidFill>
                  <a:srgbClr val="4C5E73"/>
                </a:solidFill>
                <a:effectLst/>
                <a:uFillTx/>
                <a:latin typeface="Franklin Gothic Demi"/>
              </a:rPr>
              <a:t>Informations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Actualités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Résultats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a:t>
            </a:r>
            <a:endParaRPr lang="en-US" sz="1000" b="0" u="none" strike="noStrike">
              <a:solidFill>
                <a:srgbClr val="000000"/>
              </a:solidFill>
              <a:effectLst/>
              <a:uFillTx/>
              <a:latin typeface="Arial"/>
            </a:endParaRPr>
          </a:p>
        </p:txBody>
      </p:sp>
      <p:sp>
        <p:nvSpPr>
          <p:cNvPr id="175" name="TextBox 53"/>
          <p:cNvSpPr/>
          <p:nvPr/>
        </p:nvSpPr>
        <p:spPr>
          <a:xfrm>
            <a:off x="2438640" y="5612760"/>
            <a:ext cx="846360" cy="61488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00" b="0" u="none" strike="noStrike">
                <a:solidFill>
                  <a:srgbClr val="4C5E73"/>
                </a:solidFill>
                <a:effectLst/>
                <a:uFillTx/>
                <a:latin typeface="Franklin Gothic Demi"/>
              </a:rPr>
              <a:t>Inscriptions tournois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Achats</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4C5E73"/>
                </a:solidFill>
                <a:effectLst/>
                <a:uFillTx/>
                <a:latin typeface="Franklin Gothic Demi"/>
              </a:rPr>
              <a:t>Albums…</a:t>
            </a:r>
            <a:endParaRPr lang="en-US" sz="1000" b="0" u="none" strike="noStrike">
              <a:solidFill>
                <a:srgbClr val="000000"/>
              </a:solidFill>
              <a:effectLst/>
              <a:uFillTx/>
              <a:latin typeface="Arial"/>
            </a:endParaRPr>
          </a:p>
        </p:txBody>
      </p:sp>
      <p:sp>
        <p:nvSpPr>
          <p:cNvPr id="176" name="ZoneTexte 4"/>
          <p:cNvSpPr/>
          <p:nvPr/>
        </p:nvSpPr>
        <p:spPr>
          <a:xfrm>
            <a:off x="2329920" y="4862880"/>
            <a:ext cx="875160" cy="4147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FR" sz="1050" b="0" u="none" strike="noStrike">
                <a:solidFill>
                  <a:srgbClr val="1B485B"/>
                </a:solidFill>
                <a:effectLst/>
                <a:uFillTx/>
                <a:latin typeface="Franklin Gothic Demi"/>
              </a:rPr>
              <a:t>Services membres</a:t>
            </a:r>
            <a:endParaRPr lang="en-US" sz="1050" b="0" u="none" strike="noStrike">
              <a:solidFill>
                <a:srgbClr val="000000"/>
              </a:solidFill>
              <a:effectLst/>
              <a:uFillTx/>
              <a:latin typeface="Arial"/>
            </a:endParaRPr>
          </a:p>
        </p:txBody>
      </p:sp>
      <p:sp>
        <p:nvSpPr>
          <p:cNvPr id="177" name="ZoneTexte 5"/>
          <p:cNvSpPr/>
          <p:nvPr/>
        </p:nvSpPr>
        <p:spPr>
          <a:xfrm>
            <a:off x="1323360" y="4841640"/>
            <a:ext cx="875160" cy="4147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fr-FR" sz="1050" b="0" u="none" strike="noStrike">
                <a:solidFill>
                  <a:srgbClr val="1B485B"/>
                </a:solidFill>
                <a:effectLst/>
                <a:uFillTx/>
                <a:latin typeface="Franklin Gothic Demi"/>
              </a:rPr>
              <a:t>Site </a:t>
            </a:r>
            <a:br>
              <a:rPr sz="1050"/>
            </a:br>
            <a:r>
              <a:rPr lang="fr-FR" sz="1050" b="0" u="none" strike="noStrike">
                <a:solidFill>
                  <a:srgbClr val="1B485B"/>
                </a:solidFill>
                <a:effectLst/>
                <a:uFillTx/>
                <a:latin typeface="Franklin Gothic Demi"/>
              </a:rPr>
              <a:t>public</a:t>
            </a:r>
            <a:endParaRPr lang="en-US" sz="1050" b="0" u="none" strike="noStrike">
              <a:solidFill>
                <a:srgbClr val="000000"/>
              </a:solidFill>
              <a:effectLst/>
              <a:uFillTx/>
              <a:latin typeface="Arial"/>
            </a:endParaRPr>
          </a:p>
        </p:txBody>
      </p:sp>
      <p:cxnSp>
        <p:nvCxnSpPr>
          <p:cNvPr id="178" name="Connecteur droit avec flèche 6"/>
          <p:cNvCxnSpPr/>
          <p:nvPr/>
        </p:nvCxnSpPr>
        <p:spPr>
          <a:xfrm flipH="1">
            <a:off x="2671200" y="3678480"/>
            <a:ext cx="779760" cy="500760"/>
          </a:xfrm>
          <a:prstGeom prst="straightConnector1">
            <a:avLst/>
          </a:prstGeom>
          <a:ln w="57150">
            <a:solidFill>
              <a:srgbClr val="4495A2"/>
            </a:solidFill>
            <a:round/>
            <a:tailEnd len="med" type="arrow" w="med"/>
          </a:ln>
        </p:spPr>
      </p:cxnSp>
      <p:pic>
        <p:nvPicPr>
          <p:cNvPr id="179" name="BCSTO modèle 142"/>
          <p:cNvPicPr/>
          <p:nvPr/>
        </p:nvPicPr>
        <p:blipFill>
          <a:blip r:embed="rId5"/>
          <a:stretch/>
        </p:blipFill>
        <p:spPr>
          <a:xfrm>
            <a:off x="11334600" y="228600"/>
            <a:ext cx="456480" cy="456480"/>
          </a:xfrm>
          <a:prstGeom prst="rect">
            <a:avLst/>
          </a:prstGeom>
          <a:noFill/>
          <a:ln w="0">
            <a:noFill/>
          </a:ln>
        </p:spPr>
      </p:pic>
      <p:sp>
        <p:nvSpPr>
          <p:cNvPr id="180" name="BCSTO modèle 143"/>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81"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01  Architecture</a:t>
            </a:r>
            <a:endParaRPr lang="en-US" sz="1050" b="0" u="none" strike="noStrike">
              <a:solidFill>
                <a:srgbClr val="000000"/>
              </a:solidFill>
              <a:effectLst/>
              <a:uFillTx/>
              <a:latin typeface="Arial"/>
            </a:endParaRPr>
          </a:p>
        </p:txBody>
      </p:sp>
      <p:sp>
        <p:nvSpPr>
          <p:cNvPr id="182"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5</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Architecture globale</a:t>
            </a:r>
            <a:endParaRPr lang="fr-FR" sz="4400" b="1" u="none" spc="99" strike="noStrike">
              <a:solidFill>
                <a:schemeClr val="dk1"/>
              </a:solidFill>
              <a:effectLst/>
              <a:uFillTx/>
              <a:latin typeface="Franklin Gothic Demi"/>
            </a:endParaRPr>
          </a:p>
        </p:txBody>
      </p:sp>
      <p:grpSp>
        <p:nvGrpSpPr>
          <p:cNvPr id="184" name="Groupe 139"/>
          <p:cNvGrpSpPr/>
          <p:nvPr/>
        </p:nvGrpSpPr>
        <p:grpSpPr>
          <a:xfrm>
            <a:off x="2119680" y="1302480"/>
            <a:ext cx="2796480" cy="1030680"/>
            <a:chOff x="2119680" y="1302480"/>
            <a:chExt cx="2796480" cy="1030680"/>
          </a:xfrm>
        </p:grpSpPr>
        <p:grpSp>
          <p:nvGrpSpPr>
            <p:cNvPr id="185" name="Groupe 118"/>
            <p:cNvGrpSpPr/>
            <p:nvPr/>
          </p:nvGrpSpPr>
          <p:grpSpPr>
            <a:xfrm>
              <a:off x="3930120" y="1302480"/>
              <a:ext cx="986040" cy="519840"/>
              <a:chOff x="3930120" y="1302480"/>
              <a:chExt cx="986040" cy="519840"/>
            </a:xfrm>
          </p:grpSpPr>
          <p:sp>
            <p:nvSpPr>
              <p:cNvPr id="186" name="Rounded Rectangle 13"/>
              <p:cNvSpPr/>
              <p:nvPr/>
            </p:nvSpPr>
            <p:spPr>
              <a:xfrm>
                <a:off x="3930120" y="1302480"/>
                <a:ext cx="986040" cy="519840"/>
              </a:xfrm>
              <a:prstGeom prst="roundRect">
                <a:avLst>
                  <a:gd name="adj" fmla="val 16667"/>
                </a:avLst>
              </a:prstGeom>
              <a:solidFill>
                <a:srgbClr val="FFFFFF"/>
              </a:solidFill>
              <a:ln w="13970">
                <a:solidFill>
                  <a:srgbClr val="96A4B2"/>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187" name="Picture 14" descr="v7_user_phone.png"/>
              <p:cNvPicPr/>
              <p:nvPr/>
            </p:nvPicPr>
            <p:blipFill>
              <a:blip r:embed="rId1"/>
              <a:stretch/>
            </p:blipFill>
            <p:spPr>
              <a:xfrm>
                <a:off x="4035240" y="1335960"/>
                <a:ext cx="671040" cy="259560"/>
              </a:xfrm>
              <a:prstGeom prst="rect">
                <a:avLst/>
              </a:prstGeom>
              <a:noFill/>
              <a:ln w="0">
                <a:noFill/>
              </a:ln>
            </p:spPr>
          </p:pic>
          <p:sp>
            <p:nvSpPr>
              <p:cNvPr id="188" name="TextBox 15"/>
              <p:cNvSpPr/>
              <p:nvPr/>
            </p:nvSpPr>
            <p:spPr>
              <a:xfrm>
                <a:off x="4005720" y="1580760"/>
                <a:ext cx="83484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sp>
            <p:nvSpPr>
              <p:cNvPr id="189" name="TextBox 16"/>
              <p:cNvSpPr/>
              <p:nvPr/>
            </p:nvSpPr>
            <p:spPr>
              <a:xfrm>
                <a:off x="3980520" y="1694880"/>
                <a:ext cx="903960" cy="817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540" b="0" u="none" strike="noStrike">
                    <a:solidFill>
                      <a:srgbClr val="4C5E73"/>
                    </a:solidFill>
                    <a:effectLst/>
                    <a:uFillTx/>
                    <a:latin typeface="Arial"/>
                  </a:rPr>
                  <a:t>Smartphone (navigateur web)</a:t>
                </a:r>
                <a:endParaRPr lang="en-US" sz="540" b="0" u="none" strike="noStrike">
                  <a:solidFill>
                    <a:srgbClr val="000000"/>
                  </a:solidFill>
                  <a:effectLst/>
                  <a:uFillTx/>
                  <a:latin typeface="Arial"/>
                </a:endParaRPr>
              </a:p>
            </p:txBody>
          </p:sp>
        </p:grpSp>
        <p:grpSp>
          <p:nvGrpSpPr>
            <p:cNvPr id="190" name="Groupe 117"/>
            <p:cNvGrpSpPr/>
            <p:nvPr/>
          </p:nvGrpSpPr>
          <p:grpSpPr>
            <a:xfrm>
              <a:off x="3342240" y="1472760"/>
              <a:ext cx="918720" cy="519840"/>
              <a:chOff x="3342240" y="1472760"/>
              <a:chExt cx="918720" cy="519840"/>
            </a:xfrm>
          </p:grpSpPr>
          <p:sp>
            <p:nvSpPr>
              <p:cNvPr id="191" name="Rounded Rectangle 9"/>
              <p:cNvSpPr/>
              <p:nvPr/>
            </p:nvSpPr>
            <p:spPr>
              <a:xfrm>
                <a:off x="3342240" y="1472760"/>
                <a:ext cx="918720" cy="519840"/>
              </a:xfrm>
              <a:prstGeom prst="roundRect">
                <a:avLst>
                  <a:gd name="adj" fmla="val 16667"/>
                </a:avLst>
              </a:prstGeom>
              <a:solidFill>
                <a:srgbClr val="FFFFFF"/>
              </a:solidFill>
              <a:ln w="13970">
                <a:solidFill>
                  <a:srgbClr val="9A80E6"/>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192" name="Picture 10" descr="v7_user_tab.png"/>
              <p:cNvPicPr/>
              <p:nvPr/>
            </p:nvPicPr>
            <p:blipFill>
              <a:blip r:embed="rId2"/>
              <a:stretch/>
            </p:blipFill>
            <p:spPr>
              <a:xfrm>
                <a:off x="3447000" y="1506240"/>
                <a:ext cx="671040" cy="259560"/>
              </a:xfrm>
              <a:prstGeom prst="rect">
                <a:avLst/>
              </a:prstGeom>
              <a:noFill/>
              <a:ln w="0">
                <a:noFill/>
              </a:ln>
            </p:spPr>
          </p:pic>
          <p:sp>
            <p:nvSpPr>
              <p:cNvPr id="193" name="TextBox 11"/>
              <p:cNvSpPr/>
              <p:nvPr/>
            </p:nvSpPr>
            <p:spPr>
              <a:xfrm>
                <a:off x="3417480" y="1751040"/>
                <a:ext cx="76752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grpSp>
        <p:grpSp>
          <p:nvGrpSpPr>
            <p:cNvPr id="194" name="Groupe 116"/>
            <p:cNvGrpSpPr/>
            <p:nvPr/>
          </p:nvGrpSpPr>
          <p:grpSpPr>
            <a:xfrm>
              <a:off x="2741400" y="1643040"/>
              <a:ext cx="931320" cy="519840"/>
              <a:chOff x="2741400" y="1643040"/>
              <a:chExt cx="931320" cy="519840"/>
            </a:xfrm>
          </p:grpSpPr>
          <p:sp>
            <p:nvSpPr>
              <p:cNvPr id="195" name="Rounded Rectangle 5"/>
              <p:cNvSpPr/>
              <p:nvPr/>
            </p:nvSpPr>
            <p:spPr>
              <a:xfrm>
                <a:off x="2741400" y="1643040"/>
                <a:ext cx="931320" cy="519840"/>
              </a:xfrm>
              <a:prstGeom prst="roundRect">
                <a:avLst>
                  <a:gd name="adj" fmla="val 16667"/>
                </a:avLst>
              </a:prstGeom>
              <a:solidFill>
                <a:srgbClr val="FFFFFF"/>
              </a:solidFill>
              <a:ln w="13970">
                <a:solidFill>
                  <a:srgbClr val="71BE7D"/>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196" name="Picture 6" descr="v7_user_mac.png"/>
              <p:cNvPicPr/>
              <p:nvPr/>
            </p:nvPicPr>
            <p:blipFill>
              <a:blip r:embed="rId3"/>
              <a:stretch/>
            </p:blipFill>
            <p:spPr>
              <a:xfrm>
                <a:off x="2846160" y="1676520"/>
                <a:ext cx="671040" cy="259560"/>
              </a:xfrm>
              <a:prstGeom prst="rect">
                <a:avLst/>
              </a:prstGeom>
              <a:noFill/>
              <a:ln w="0">
                <a:noFill/>
              </a:ln>
            </p:spPr>
          </p:pic>
          <p:sp>
            <p:nvSpPr>
              <p:cNvPr id="197" name="TextBox 7"/>
              <p:cNvSpPr/>
              <p:nvPr/>
            </p:nvSpPr>
            <p:spPr>
              <a:xfrm>
                <a:off x="2817000" y="1921680"/>
                <a:ext cx="78012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grpSp>
        <p:grpSp>
          <p:nvGrpSpPr>
            <p:cNvPr id="198" name="Groupe 115"/>
            <p:cNvGrpSpPr/>
            <p:nvPr/>
          </p:nvGrpSpPr>
          <p:grpSpPr>
            <a:xfrm>
              <a:off x="2119680" y="1813320"/>
              <a:ext cx="952200" cy="519840"/>
              <a:chOff x="2119680" y="1813320"/>
              <a:chExt cx="952200" cy="519840"/>
            </a:xfrm>
          </p:grpSpPr>
          <p:sp>
            <p:nvSpPr>
              <p:cNvPr id="199" name="Rounded Rectangle 1"/>
              <p:cNvSpPr/>
              <p:nvPr/>
            </p:nvSpPr>
            <p:spPr>
              <a:xfrm>
                <a:off x="2119680" y="1813320"/>
                <a:ext cx="952200" cy="519840"/>
              </a:xfrm>
              <a:prstGeom prst="roundRect">
                <a:avLst>
                  <a:gd name="adj" fmla="val 16667"/>
                </a:avLst>
              </a:prstGeom>
              <a:solidFill>
                <a:srgbClr val="FFFFFF"/>
              </a:solidFill>
              <a:ln w="13970">
                <a:solidFill>
                  <a:srgbClr val="72BEF2"/>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200" name="Picture 2" descr="v7_user_pc.png"/>
              <p:cNvPicPr/>
              <p:nvPr/>
            </p:nvPicPr>
            <p:blipFill>
              <a:blip r:embed="rId4"/>
              <a:stretch/>
            </p:blipFill>
            <p:spPr>
              <a:xfrm>
                <a:off x="2224440" y="1846800"/>
                <a:ext cx="671040" cy="259560"/>
              </a:xfrm>
              <a:prstGeom prst="rect">
                <a:avLst/>
              </a:prstGeom>
              <a:noFill/>
              <a:ln w="0">
                <a:noFill/>
              </a:ln>
            </p:spPr>
          </p:pic>
          <p:sp>
            <p:nvSpPr>
              <p:cNvPr id="201" name="TextBox 3"/>
              <p:cNvSpPr/>
              <p:nvPr/>
            </p:nvSpPr>
            <p:spPr>
              <a:xfrm>
                <a:off x="2195280" y="2091960"/>
                <a:ext cx="80100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grpSp>
      </p:grpSp>
      <p:sp>
        <p:nvSpPr>
          <p:cNvPr id="202" name="TextBox 30"/>
          <p:cNvSpPr/>
          <p:nvPr/>
        </p:nvSpPr>
        <p:spPr>
          <a:xfrm>
            <a:off x="440640" y="1711800"/>
            <a:ext cx="1228320" cy="368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200" b="1" u="none" strike="noStrike">
                <a:solidFill>
                  <a:srgbClr val="0D2D53"/>
                </a:solidFill>
                <a:effectLst/>
                <a:uFillTx/>
                <a:latin typeface="Arial"/>
              </a:rPr>
              <a:t>Utilisateurs</a:t>
            </a:r>
            <a:endParaRPr lang="en-US" sz="1200" b="0" u="none" strike="noStrike">
              <a:solidFill>
                <a:srgbClr val="000000"/>
              </a:solidFill>
              <a:effectLst/>
              <a:uFillTx/>
              <a:latin typeface="Arial"/>
            </a:endParaRPr>
          </a:p>
          <a:p>
            <a:pPr defTabSz="914400">
              <a:lnSpc>
                <a:spcPct val="100000"/>
              </a:lnSpc>
            </a:pPr>
            <a:r>
              <a:rPr lang="fr-FR" sz="1200" b="1" u="none" strike="noStrike">
                <a:solidFill>
                  <a:srgbClr val="0D2D53"/>
                </a:solidFill>
                <a:effectLst/>
                <a:uFillTx/>
                <a:latin typeface="Arial"/>
              </a:rPr>
              <a:t>multiples</a:t>
            </a:r>
            <a:endParaRPr lang="en-US" sz="1200" b="0" u="none" strike="noStrike">
              <a:solidFill>
                <a:srgbClr val="000000"/>
              </a:solidFill>
              <a:effectLst/>
              <a:uFillTx/>
              <a:latin typeface="Arial"/>
            </a:endParaRPr>
          </a:p>
        </p:txBody>
      </p:sp>
      <p:sp>
        <p:nvSpPr>
          <p:cNvPr id="203" name="TextBox 40"/>
          <p:cNvSpPr/>
          <p:nvPr/>
        </p:nvSpPr>
        <p:spPr>
          <a:xfrm>
            <a:off x="444600" y="2613960"/>
            <a:ext cx="1439640" cy="1836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200" b="1" u="none" strike="noStrike">
                <a:solidFill>
                  <a:srgbClr val="0D2D53"/>
                </a:solidFill>
                <a:effectLst/>
                <a:uFillTx/>
                <a:latin typeface="Arial"/>
              </a:rPr>
              <a:t>Frontend</a:t>
            </a:r>
            <a:endParaRPr lang="en-US" sz="1200" b="0" u="none" strike="noStrike">
              <a:solidFill>
                <a:srgbClr val="000000"/>
              </a:solidFill>
              <a:effectLst/>
              <a:uFillTx/>
              <a:latin typeface="Arial"/>
            </a:endParaRPr>
          </a:p>
        </p:txBody>
      </p:sp>
      <p:sp>
        <p:nvSpPr>
          <p:cNvPr id="204" name="Rounded Rectangle 42"/>
          <p:cNvSpPr/>
          <p:nvPr/>
        </p:nvSpPr>
        <p:spPr>
          <a:xfrm>
            <a:off x="2369880" y="2493720"/>
            <a:ext cx="1485360" cy="617400"/>
          </a:xfrm>
          <a:prstGeom prst="roundRect">
            <a:avLst>
              <a:gd name="adj" fmla="val 16667"/>
            </a:avLst>
          </a:prstGeom>
          <a:gradFill rotWithShape="0">
            <a:gsLst>
              <a:gs pos="0">
                <a:srgbClr val="A4C9D1"/>
              </a:gs>
              <a:gs pos="50000">
                <a:srgbClr val="98BEC6"/>
              </a:gs>
              <a:gs pos="100000">
                <a:srgbClr val="85B7C1"/>
              </a:gs>
            </a:gsLst>
            <a:lin ang="5400000"/>
          </a:gradFill>
          <a:ln>
            <a:solidFill>
              <a:srgbClr val="4495A2"/>
            </a:solidFill>
          </a:ln>
        </p:spPr>
        <p:style>
          <a:lnRef idx="1">
            <a:schemeClr val="accent3"/>
          </a:lnRef>
          <a:fillRef idx="2">
            <a:schemeClr val="accent3"/>
          </a:fillRef>
          <a:effectRef idx="1">
            <a:schemeClr val="accent3"/>
          </a:effectRef>
          <a:fontRef idx="minor"/>
        </p:style>
        <p:txBody>
          <a:bodyPr lIns="90000" tIns="45000" rIns="90000" bIns="45000" anchor="ctr">
            <a:noAutofit/>
          </a:bodyPr>
          <a:p>
            <a:pPr/>
            <a:endParaRPr lang="fr-FR" sz="939" b="0" u="none" strike="noStrike">
              <a:solidFill>
                <a:schemeClr val="dk1"/>
              </a:solidFill>
              <a:effectLst/>
              <a:uFillTx/>
              <a:latin typeface="Franklin Gothic Book"/>
            </a:endParaRPr>
          </a:p>
        </p:txBody>
      </p:sp>
      <p:pic>
        <p:nvPicPr>
          <p:cNvPr id="205" name="Picture 43" descr="bcsto_logo_exact.png"/>
          <p:cNvPicPr/>
          <p:nvPr/>
        </p:nvPicPr>
        <p:blipFill>
          <a:blip r:embed="rId5"/>
          <a:stretch/>
        </p:blipFill>
        <p:spPr>
          <a:xfrm>
            <a:off x="2496600" y="2525040"/>
            <a:ext cx="266040" cy="228600"/>
          </a:xfrm>
          <a:prstGeom prst="rect">
            <a:avLst/>
          </a:prstGeom>
          <a:noFill/>
          <a:ln w="0">
            <a:noFill/>
          </a:ln>
        </p:spPr>
      </p:pic>
      <p:sp>
        <p:nvSpPr>
          <p:cNvPr id="206" name="TextBox 45"/>
          <p:cNvSpPr/>
          <p:nvPr/>
        </p:nvSpPr>
        <p:spPr>
          <a:xfrm>
            <a:off x="3009960" y="2558520"/>
            <a:ext cx="523800" cy="1429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939" b="1" u="none" strike="noStrike">
                <a:solidFill>
                  <a:srgbClr val="0A64BE"/>
                </a:solidFill>
                <a:effectLst/>
                <a:uFillTx/>
                <a:latin typeface="Arial"/>
              </a:rPr>
              <a:t>/front</a:t>
            </a:r>
            <a:endParaRPr lang="en-US" sz="939" b="0" u="none" strike="noStrike">
              <a:solidFill>
                <a:srgbClr val="000000"/>
              </a:solidFill>
              <a:effectLst/>
              <a:uFillTx/>
              <a:latin typeface="Arial"/>
            </a:endParaRPr>
          </a:p>
        </p:txBody>
      </p:sp>
      <p:sp>
        <p:nvSpPr>
          <p:cNvPr id="207" name="Rounded Rectangle 54"/>
          <p:cNvSpPr/>
          <p:nvPr/>
        </p:nvSpPr>
        <p:spPr>
          <a:xfrm>
            <a:off x="4031280" y="2493720"/>
            <a:ext cx="1347120" cy="626400"/>
          </a:xfrm>
          <a:prstGeom prst="roundRect">
            <a:avLst>
              <a:gd name="adj" fmla="val 16667"/>
            </a:avLst>
          </a:prstGeom>
          <a:gradFill rotWithShape="0">
            <a:gsLst>
              <a:gs pos="0">
                <a:srgbClr val="D9ECEF"/>
              </a:gs>
              <a:gs pos="50000">
                <a:srgbClr val="CDE5E9"/>
              </a:gs>
              <a:gs pos="100000">
                <a:srgbClr val="C5E3E8"/>
              </a:gs>
            </a:gsLst>
            <a:lin ang="5400000"/>
          </a:gradFill>
          <a:ln>
            <a:solidFill>
              <a:srgbClr val="A9D4DB"/>
            </a:solidFill>
          </a:ln>
        </p:spPr>
        <p:style>
          <a:lnRef idx="1">
            <a:schemeClr val="accent1"/>
          </a:lnRef>
          <a:fillRef idx="2">
            <a:schemeClr val="accent1"/>
          </a:fillRef>
          <a:effectRef idx="1">
            <a:schemeClr val="accent1"/>
          </a:effectRef>
          <a:fontRef idx="minor"/>
        </p:style>
        <p:txBody>
          <a:bodyPr lIns="90000" tIns="45000" rIns="90000" bIns="45000" anchor="ctr">
            <a:noAutofit/>
          </a:bodyPr>
          <a:p>
            <a:pPr/>
            <a:endParaRPr lang="fr-FR" sz="939" b="0" u="none" strike="noStrike">
              <a:solidFill>
                <a:schemeClr val="dk1"/>
              </a:solidFill>
              <a:effectLst/>
              <a:uFillTx/>
              <a:latin typeface="Franklin Gothic Book"/>
            </a:endParaRPr>
          </a:p>
        </p:txBody>
      </p:sp>
      <p:sp>
        <p:nvSpPr>
          <p:cNvPr id="208" name="TextBox 57"/>
          <p:cNvSpPr/>
          <p:nvPr/>
        </p:nvSpPr>
        <p:spPr>
          <a:xfrm>
            <a:off x="4213800" y="2820600"/>
            <a:ext cx="942480" cy="13608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89" b="1" u="none" strike="noStrike">
                <a:solidFill>
                  <a:srgbClr val="0D2D53"/>
                </a:solidFill>
                <a:effectLst/>
                <a:uFillTx/>
                <a:latin typeface="Arial"/>
              </a:rPr>
              <a:t>Espace gestion</a:t>
            </a:r>
            <a:endParaRPr lang="en-US" sz="889" b="0" u="none" strike="noStrike">
              <a:solidFill>
                <a:srgbClr val="000000"/>
              </a:solidFill>
              <a:effectLst/>
              <a:uFillTx/>
              <a:latin typeface="Arial"/>
            </a:endParaRPr>
          </a:p>
        </p:txBody>
      </p:sp>
      <p:sp>
        <p:nvSpPr>
          <p:cNvPr id="209" name="TextBox 58"/>
          <p:cNvSpPr/>
          <p:nvPr/>
        </p:nvSpPr>
        <p:spPr>
          <a:xfrm>
            <a:off x="4561200" y="2564280"/>
            <a:ext cx="504720" cy="1429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939" b="1" u="none" strike="noStrike">
                <a:solidFill>
                  <a:srgbClr val="F58010"/>
                </a:solidFill>
                <a:effectLst/>
                <a:uFillTx/>
                <a:latin typeface="Arial"/>
              </a:rPr>
              <a:t>/back</a:t>
            </a:r>
            <a:endParaRPr lang="en-US" sz="939" b="0" u="none" strike="noStrike">
              <a:solidFill>
                <a:srgbClr val="000000"/>
              </a:solidFill>
              <a:effectLst/>
              <a:uFillTx/>
              <a:latin typeface="Arial"/>
            </a:endParaRPr>
          </a:p>
        </p:txBody>
      </p:sp>
      <p:sp>
        <p:nvSpPr>
          <p:cNvPr id="210" name="TextBox 77"/>
          <p:cNvSpPr/>
          <p:nvPr/>
        </p:nvSpPr>
        <p:spPr>
          <a:xfrm>
            <a:off x="307440" y="4551840"/>
            <a:ext cx="909360" cy="3686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200" b="1" u="none" strike="noStrike">
                <a:solidFill>
                  <a:srgbClr val="0D2D53"/>
                </a:solidFill>
                <a:effectLst/>
                <a:uFillTx/>
                <a:latin typeface="Arial"/>
              </a:rPr>
              <a:t>Backend</a:t>
            </a:r>
            <a:br>
              <a:rPr sz="1200"/>
            </a:br>
            <a:endParaRPr lang="en-US" sz="1200" b="0" u="none" strike="noStrike">
              <a:solidFill>
                <a:srgbClr val="000000"/>
              </a:solidFill>
              <a:effectLst/>
              <a:uFillTx/>
              <a:latin typeface="Arial"/>
            </a:endParaRPr>
          </a:p>
        </p:txBody>
      </p:sp>
      <p:sp>
        <p:nvSpPr>
          <p:cNvPr id="211" name="Rounded Rectangle 96"/>
          <p:cNvSpPr/>
          <p:nvPr/>
        </p:nvSpPr>
        <p:spPr>
          <a:xfrm>
            <a:off x="1226160" y="4424040"/>
            <a:ext cx="1360800" cy="827280"/>
          </a:xfrm>
          <a:prstGeom prst="roundRect">
            <a:avLst>
              <a:gd name="adj" fmla="val 16667"/>
            </a:avLst>
          </a:pr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sp>
        <p:nvSpPr>
          <p:cNvPr id="212" name="TextBox 99"/>
          <p:cNvSpPr/>
          <p:nvPr/>
        </p:nvSpPr>
        <p:spPr>
          <a:xfrm>
            <a:off x="1795320" y="4726800"/>
            <a:ext cx="713160" cy="5533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900" b="0" u="none" strike="noStrike">
                <a:solidFill>
                  <a:srgbClr val="4C5E73"/>
                </a:solidFill>
                <a:effectLst/>
                <a:uFillTx/>
                <a:latin typeface="Arial"/>
              </a:rPr>
              <a:t>Membres</a:t>
            </a:r>
            <a:endParaRPr lang="en-US" sz="900" b="0" u="none" strike="noStrike">
              <a:solidFill>
                <a:srgbClr val="000000"/>
              </a:solidFill>
              <a:effectLst/>
              <a:uFillTx/>
              <a:latin typeface="Arial"/>
            </a:endParaRPr>
          </a:p>
          <a:p>
            <a:pPr defTabSz="914400">
              <a:lnSpc>
                <a:spcPct val="100000"/>
              </a:lnSpc>
            </a:pPr>
            <a:r>
              <a:rPr lang="fr-FR" sz="900" b="0" u="none" strike="noStrike">
                <a:solidFill>
                  <a:srgbClr val="4C5E73"/>
                </a:solidFill>
                <a:effectLst/>
                <a:uFillTx/>
                <a:latin typeface="Arial"/>
              </a:rPr>
              <a:t>Tournois</a:t>
            </a:r>
            <a:endParaRPr lang="en-US" sz="900" b="0" u="none" strike="noStrike">
              <a:solidFill>
                <a:srgbClr val="000000"/>
              </a:solidFill>
              <a:effectLst/>
              <a:uFillTx/>
              <a:latin typeface="Arial"/>
            </a:endParaRPr>
          </a:p>
          <a:p>
            <a:pPr defTabSz="914400">
              <a:lnSpc>
                <a:spcPct val="100000"/>
              </a:lnSpc>
            </a:pPr>
            <a:r>
              <a:rPr lang="fr-FR" sz="900" b="0" u="none" strike="noStrike">
                <a:solidFill>
                  <a:srgbClr val="4C5E73"/>
                </a:solidFill>
                <a:effectLst/>
                <a:uFillTx/>
                <a:latin typeface="Arial"/>
              </a:rPr>
              <a:t>Compétitions</a:t>
            </a:r>
            <a:endParaRPr lang="en-US" sz="900" b="0" u="none" strike="noStrike">
              <a:solidFill>
                <a:srgbClr val="000000"/>
              </a:solidFill>
              <a:effectLst/>
              <a:uFillTx/>
              <a:latin typeface="Arial"/>
            </a:endParaRPr>
          </a:p>
          <a:p>
            <a:pPr defTabSz="914400">
              <a:lnSpc>
                <a:spcPct val="100000"/>
              </a:lnSpc>
            </a:pPr>
            <a:r>
              <a:rPr lang="fr-FR" sz="900" b="0" u="none" strike="noStrike">
                <a:solidFill>
                  <a:srgbClr val="4C5E73"/>
                </a:solidFill>
                <a:effectLst/>
                <a:uFillTx/>
                <a:latin typeface="Arial"/>
              </a:rPr>
              <a:t>…</a:t>
            </a:r>
            <a:endParaRPr lang="en-US" sz="900" b="0" u="none" strike="noStrike">
              <a:solidFill>
                <a:srgbClr val="000000"/>
              </a:solidFill>
              <a:effectLst/>
              <a:uFillTx/>
              <a:latin typeface="Arial"/>
            </a:endParaRPr>
          </a:p>
        </p:txBody>
      </p:sp>
      <p:sp>
        <p:nvSpPr>
          <p:cNvPr id="213" name="Rounded Rectangle 100"/>
          <p:cNvSpPr/>
          <p:nvPr/>
        </p:nvSpPr>
        <p:spPr>
          <a:xfrm>
            <a:off x="5276880" y="4424040"/>
            <a:ext cx="1421640" cy="827280"/>
          </a:xfrm>
          <a:prstGeom prst="roundRect">
            <a:avLst>
              <a:gd name="adj" fmla="val 16667"/>
            </a:avLst>
          </a:prstGeom>
          <a:gradFill rotWithShape="0">
            <a:gsLst>
              <a:gs pos="0">
                <a:srgbClr val="FDE694"/>
              </a:gs>
              <a:gs pos="50000">
                <a:srgbClr val="FFE37F"/>
              </a:gs>
              <a:gs pos="100000">
                <a:srgbClr val="E4CC6F"/>
              </a:gs>
            </a:gsLst>
            <a:lin ang="5400000"/>
          </a:gradFill>
          <a:ln w="0">
            <a:noFill/>
          </a:ln>
          <a:effectLst>
            <a:outerShdw algn="ctr" blurRad="57240" dir="5400000" dist="19080"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sp>
        <p:nvSpPr>
          <p:cNvPr id="214" name="TextBox 102"/>
          <p:cNvSpPr/>
          <p:nvPr/>
        </p:nvSpPr>
        <p:spPr>
          <a:xfrm>
            <a:off x="5728320" y="4464720"/>
            <a:ext cx="894600" cy="275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900" b="1" u="none" strike="noStrike">
                <a:solidFill>
                  <a:srgbClr val="0D2D53"/>
                </a:solidFill>
                <a:effectLst/>
                <a:uFillTx/>
                <a:latin typeface="Arial"/>
              </a:rPr>
              <a:t>plateforme STRIPE</a:t>
            </a:r>
            <a:endParaRPr lang="en-US" sz="900" b="0" u="none" strike="noStrike">
              <a:solidFill>
                <a:srgbClr val="000000"/>
              </a:solidFill>
              <a:effectLst/>
              <a:uFillTx/>
              <a:latin typeface="Arial"/>
            </a:endParaRPr>
          </a:p>
        </p:txBody>
      </p:sp>
      <p:sp>
        <p:nvSpPr>
          <p:cNvPr id="215" name="TextBox 103"/>
          <p:cNvSpPr/>
          <p:nvPr/>
        </p:nvSpPr>
        <p:spPr>
          <a:xfrm>
            <a:off x="5712480" y="4806360"/>
            <a:ext cx="973080" cy="4147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900" b="1" u="none" strike="noStrike">
                <a:solidFill>
                  <a:srgbClr val="4C5E73"/>
                </a:solidFill>
                <a:effectLst/>
                <a:uFillTx/>
                <a:latin typeface="Arial"/>
              </a:rPr>
              <a:t>P</a:t>
            </a:r>
            <a:r>
              <a:rPr lang="fr-FR" sz="900" b="0" u="none" strike="noStrike">
                <a:solidFill>
                  <a:srgbClr val="4C5E73"/>
                </a:solidFill>
                <a:effectLst/>
                <a:uFillTx/>
                <a:latin typeface="Arial"/>
              </a:rPr>
              <a:t>restataire de </a:t>
            </a:r>
            <a:r>
              <a:rPr lang="fr-FR" sz="900" b="1" u="none" strike="noStrike">
                <a:solidFill>
                  <a:srgbClr val="4C5E73"/>
                </a:solidFill>
                <a:effectLst/>
                <a:uFillTx/>
                <a:latin typeface="Arial"/>
              </a:rPr>
              <a:t>S</a:t>
            </a:r>
            <a:r>
              <a:rPr lang="fr-FR" sz="900" b="0" u="none" strike="noStrike">
                <a:solidFill>
                  <a:srgbClr val="4C5E73"/>
                </a:solidFill>
                <a:effectLst/>
                <a:uFillTx/>
                <a:latin typeface="Arial"/>
              </a:rPr>
              <a:t>ervices de </a:t>
            </a:r>
            <a:r>
              <a:rPr lang="fr-FR" sz="900" b="1" u="none" strike="noStrike">
                <a:solidFill>
                  <a:srgbClr val="4C5E73"/>
                </a:solidFill>
                <a:effectLst/>
                <a:uFillTx/>
                <a:latin typeface="Arial"/>
              </a:rPr>
              <a:t>P</a:t>
            </a:r>
            <a:r>
              <a:rPr lang="fr-FR" sz="900" b="0" u="none" strike="noStrike">
                <a:solidFill>
                  <a:srgbClr val="4C5E73"/>
                </a:solidFill>
                <a:effectLst/>
                <a:uFillTx/>
                <a:latin typeface="Arial"/>
              </a:rPr>
              <a:t>aiement</a:t>
            </a:r>
            <a:endParaRPr lang="en-US" sz="900" b="0" u="none" strike="noStrike">
              <a:solidFill>
                <a:srgbClr val="000000"/>
              </a:solidFill>
              <a:effectLst/>
              <a:uFillTx/>
              <a:latin typeface="Arial"/>
            </a:endParaRPr>
          </a:p>
        </p:txBody>
      </p:sp>
      <p:pic>
        <p:nvPicPr>
          <p:cNvPr id="216" name="Picture 105" descr="admin.jpg"/>
          <p:cNvPicPr/>
          <p:nvPr/>
        </p:nvPicPr>
        <p:blipFill>
          <a:blip r:embed="rId6"/>
          <a:stretch/>
        </p:blipFill>
        <p:spPr>
          <a:xfrm>
            <a:off x="4186080" y="2527200"/>
            <a:ext cx="246960" cy="215280"/>
          </a:xfrm>
          <a:prstGeom prst="rect">
            <a:avLst/>
          </a:prstGeom>
          <a:noFill/>
          <a:ln w="0">
            <a:noFill/>
          </a:ln>
        </p:spPr>
      </p:pic>
      <p:sp>
        <p:nvSpPr>
          <p:cNvPr id="217" name="ZoneTexte 120"/>
          <p:cNvSpPr/>
          <p:nvPr/>
        </p:nvSpPr>
        <p:spPr>
          <a:xfrm>
            <a:off x="7142760" y="1758960"/>
            <a:ext cx="4476240" cy="37850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600" b="1" u="none" strike="noStrike">
                <a:solidFill>
                  <a:schemeClr val="dk1"/>
                </a:solidFill>
                <a:effectLst/>
                <a:uFillTx/>
                <a:latin typeface="Franklin Gothic Book"/>
              </a:rPr>
              <a:t>Une seule web-application :</a:t>
            </a:r>
            <a:br>
              <a:rPr sz="1600"/>
            </a:br>
            <a:r>
              <a:rPr lang="fr-FR" sz="1600" b="0" u="none" strike="noStrike">
                <a:solidFill>
                  <a:schemeClr val="dk1"/>
                </a:solidFill>
                <a:effectLst/>
                <a:uFillTx/>
                <a:latin typeface="Franklin Gothic Book"/>
              </a:rPr>
              <a:t>Le </a:t>
            </a:r>
            <a:r>
              <a:rPr lang="fr-FR" sz="1600" b="1" u="none" strike="noStrike">
                <a:solidFill>
                  <a:schemeClr val="dk1"/>
                </a:solidFill>
                <a:effectLst/>
                <a:uFillTx/>
                <a:latin typeface="Franklin Gothic Book"/>
              </a:rPr>
              <a:t>frontend s’exécute dans le navigateur</a:t>
            </a:r>
            <a:r>
              <a:rPr lang="fr-FR" sz="1600" b="0" u="none" strike="noStrike">
                <a:solidFill>
                  <a:schemeClr val="dk1"/>
                </a:solidFill>
                <a:effectLst/>
                <a:uFillTx/>
                <a:latin typeface="Franklin Gothic Book"/>
              </a:rPr>
              <a:t> de chaque utilisateur</a:t>
            </a:r>
            <a:br>
              <a:rPr sz="1600"/>
            </a:br>
            <a:r>
              <a:rPr lang="fr-FR" sz="1600" b="0" u="none" strike="noStrike">
                <a:solidFill>
                  <a:schemeClr val="dk1"/>
                </a:solidFill>
                <a:effectLst/>
                <a:uFillTx/>
                <a:latin typeface="Franklin Gothic Book"/>
              </a:rPr>
              <a:t>Le </a:t>
            </a:r>
            <a:r>
              <a:rPr lang="fr-FR" sz="1600" b="1" u="none" strike="noStrike">
                <a:solidFill>
                  <a:schemeClr val="dk1"/>
                </a:solidFill>
                <a:effectLst/>
                <a:uFillTx/>
                <a:latin typeface="Franklin Gothic Book"/>
              </a:rPr>
              <a:t>backend unique</a:t>
            </a:r>
            <a:r>
              <a:rPr lang="fr-FR" sz="1600" b="0" u="none" strike="noStrike">
                <a:solidFill>
                  <a:schemeClr val="dk1"/>
                </a:solidFill>
                <a:effectLst/>
                <a:uFillTx/>
                <a:latin typeface="Franklin Gothic Book"/>
              </a:rPr>
              <a:t> centralise et redistribue données et services de BCSTO et assure la passerelle (gateway) vers deux autres services externes que sont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0" u="none" strike="noStrike">
                <a:solidFill>
                  <a:schemeClr val="dk1"/>
                </a:solidFill>
                <a:effectLst/>
                <a:uFillTx/>
                <a:latin typeface="Franklin Gothic Book"/>
              </a:rPr>
              <a:t>le serveur </a:t>
            </a:r>
            <a:r>
              <a:rPr lang="fr-FR" sz="1600" b="1" u="none" strike="noStrike">
                <a:solidFill>
                  <a:schemeClr val="dk1"/>
                </a:solidFill>
                <a:effectLst/>
                <a:uFillTx/>
                <a:latin typeface="Franklin Gothic Book"/>
              </a:rPr>
              <a:t>FFB</a:t>
            </a:r>
            <a:r>
              <a:rPr lang="fr-FR" sz="1600" b="0" u="none" strike="noStrike">
                <a:solidFill>
                  <a:schemeClr val="dk1"/>
                </a:solidFill>
                <a:effectLst/>
                <a:uFillTx/>
                <a:latin typeface="Franklin Gothic Book"/>
              </a:rPr>
              <a:t> (accès aux données fédérales via API, dans le cadre d'une charte d'utilisation.)</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0" u="none" strike="noStrike">
                <a:solidFill>
                  <a:schemeClr val="dk1"/>
                </a:solidFill>
                <a:effectLst/>
                <a:uFillTx/>
                <a:latin typeface="Franklin Gothic Book"/>
              </a:rPr>
              <a:t>Le serveur </a:t>
            </a:r>
            <a:r>
              <a:rPr lang="fr-FR" sz="1600" b="1" u="none" strike="noStrike">
                <a:solidFill>
                  <a:schemeClr val="dk1"/>
                </a:solidFill>
                <a:effectLst/>
                <a:uFillTx/>
                <a:latin typeface="Franklin Gothic Book"/>
              </a:rPr>
              <a:t>Stripe</a:t>
            </a:r>
            <a:r>
              <a:rPr lang="fr-FR" sz="1600" b="0" u="none" strike="noStrike">
                <a:solidFill>
                  <a:schemeClr val="dk1"/>
                </a:solidFill>
                <a:effectLst/>
                <a:uFillTx/>
                <a:latin typeface="Franklin Gothic Book"/>
              </a:rPr>
              <a:t>  (fournisseur de services de paiement) ou est déclaré compte bancaire du club.</a:t>
            </a:r>
            <a:r>
              <a:rPr lang="fr-FR" sz="1600" b="0" u="none" strike="noStrike">
                <a:solidFill>
                  <a:schemeClr val="lt1"/>
                </a:solidFill>
                <a:effectLst/>
                <a:uFillTx/>
                <a:latin typeface="Franklin Gothic Book"/>
              </a:rPr>
              <a:t>ices de paiement via un compte Club déclaré (identité, coordonnées bancaires, situation fiscale).</a:t>
            </a:r>
            <a:endParaRPr lang="en-US" sz="1600" b="0" u="none" strike="noStrike">
              <a:solidFill>
                <a:srgbClr val="000000"/>
              </a:solidFill>
              <a:effectLst/>
              <a:uFillTx/>
              <a:latin typeface="Arial"/>
            </a:endParaRPr>
          </a:p>
        </p:txBody>
      </p:sp>
      <p:sp>
        <p:nvSpPr>
          <p:cNvPr id="218" name="Rounded Rectangle 32"/>
          <p:cNvSpPr/>
          <p:nvPr/>
        </p:nvSpPr>
        <p:spPr>
          <a:xfrm>
            <a:off x="2608920" y="2254320"/>
            <a:ext cx="1421640" cy="169200"/>
          </a:xfrm>
          <a:prstGeom prst="roundRect">
            <a:avLst>
              <a:gd name="adj" fmla="val 16667"/>
            </a:avLst>
          </a:prstGeom>
          <a:solidFill>
            <a:schemeClr val="bg1">
              <a:lumMod val="65000"/>
              <a:lumOff val="35000"/>
            </a:schemeClr>
          </a:solidFill>
          <a:ln w="15240">
            <a:noFill/>
          </a:ln>
        </p:spPr>
        <p:style>
          <a:lnRef idx="1">
            <a:schemeClr val="accent1"/>
          </a:lnRef>
          <a:fillRef idx="3">
            <a:schemeClr val="accent1"/>
          </a:fillRef>
          <a:effectRef idx="2">
            <a:schemeClr val="accent1"/>
          </a:effectRef>
          <a:fontRef idx="minor"/>
        </p:style>
        <p:txBody>
          <a:bodyPr lIns="90000" tIns="45000" rIns="90000" bIns="45000" anchor="ctr">
            <a:noAutofit/>
          </a:bodyPr>
          <a:p>
            <a:pPr defTabSz="914400">
              <a:lnSpc>
                <a:spcPct val="100000"/>
              </a:lnSpc>
            </a:pPr>
            <a:r>
              <a:rPr lang="fr-FR" sz="700" b="1" u="none" strike="noStrike">
                <a:solidFill>
                  <a:srgbClr val="FFFFFF"/>
                </a:solidFill>
                <a:effectLst/>
                <a:uFillTx/>
                <a:latin typeface="Franklin Gothic Book"/>
              </a:rPr>
              <a:t>https://bridgeclubsaintorens.fr</a:t>
            </a:r>
            <a:endParaRPr lang="en-US" sz="700" b="0" u="none" strike="noStrike">
              <a:solidFill>
                <a:srgbClr val="000000"/>
              </a:solidFill>
              <a:effectLst/>
              <a:uFillTx/>
              <a:latin typeface="Arial"/>
            </a:endParaRPr>
          </a:p>
        </p:txBody>
      </p:sp>
      <p:sp>
        <p:nvSpPr>
          <p:cNvPr id="219" name="Rounded Rectangle 32"/>
          <p:cNvSpPr/>
          <p:nvPr/>
        </p:nvSpPr>
        <p:spPr>
          <a:xfrm>
            <a:off x="3231720" y="2062080"/>
            <a:ext cx="1421640" cy="169200"/>
          </a:xfrm>
          <a:prstGeom prst="roundRect">
            <a:avLst>
              <a:gd name="adj" fmla="val 16667"/>
            </a:avLst>
          </a:prstGeom>
          <a:solidFill>
            <a:schemeClr val="tx1">
              <a:lumMod val="85000"/>
            </a:schemeClr>
          </a:solidFill>
          <a:ln w="15240">
            <a:noFill/>
          </a:ln>
        </p:spPr>
        <p:style>
          <a:lnRef idx="1">
            <a:schemeClr val="accent1"/>
          </a:lnRef>
          <a:fillRef idx="3">
            <a:schemeClr val="accent1"/>
          </a:fillRef>
          <a:effectRef idx="2">
            <a:schemeClr val="accent1"/>
          </a:effectRef>
          <a:fontRef idx="minor"/>
        </p:style>
        <p:txBody>
          <a:bodyPr lIns="90000" tIns="45000" rIns="90000" bIns="45000" anchor="ctr">
            <a:noAutofit/>
          </a:bodyPr>
          <a:p>
            <a:pPr defTabSz="914400">
              <a:lnSpc>
                <a:spcPct val="100000"/>
              </a:lnSpc>
            </a:pPr>
            <a:r>
              <a:rPr lang="fr-FR" sz="700" b="0" u="none" strike="noStrike">
                <a:solidFill>
                  <a:schemeClr val="dk1"/>
                </a:solidFill>
                <a:effectLst/>
                <a:uFillTx/>
                <a:latin typeface="Franklin Gothic Book"/>
              </a:rPr>
              <a:t>https://bridgeclubsaintorens.fr</a:t>
            </a:r>
            <a:endParaRPr lang="en-US" sz="700" b="0" u="none" strike="noStrike">
              <a:solidFill>
                <a:srgbClr val="FFFFFF"/>
              </a:solidFill>
              <a:effectLst/>
              <a:uFillTx/>
              <a:latin typeface="Arial"/>
            </a:endParaRPr>
          </a:p>
        </p:txBody>
      </p:sp>
      <p:sp>
        <p:nvSpPr>
          <p:cNvPr id="220" name="Rounded Rectangle 32"/>
          <p:cNvSpPr/>
          <p:nvPr/>
        </p:nvSpPr>
        <p:spPr>
          <a:xfrm>
            <a:off x="3875400" y="1841400"/>
            <a:ext cx="1421640" cy="169200"/>
          </a:xfrm>
          <a:prstGeom prst="roundRect">
            <a:avLst>
              <a:gd name="adj" fmla="val 16667"/>
            </a:avLst>
          </a:prstGeom>
          <a:solidFill>
            <a:schemeClr val="tx1">
              <a:lumMod val="85000"/>
            </a:schemeClr>
          </a:solidFill>
          <a:ln w="15240">
            <a:noFill/>
          </a:ln>
        </p:spPr>
        <p:style>
          <a:lnRef idx="1">
            <a:schemeClr val="accent1"/>
          </a:lnRef>
          <a:fillRef idx="3">
            <a:schemeClr val="accent1"/>
          </a:fillRef>
          <a:effectRef idx="2">
            <a:schemeClr val="accent1"/>
          </a:effectRef>
          <a:fontRef idx="minor"/>
        </p:style>
        <p:txBody>
          <a:bodyPr lIns="90000" tIns="45000" rIns="90000" bIns="45000" anchor="ctr">
            <a:noAutofit/>
          </a:bodyPr>
          <a:p>
            <a:pPr defTabSz="914400">
              <a:lnSpc>
                <a:spcPct val="100000"/>
              </a:lnSpc>
            </a:pPr>
            <a:r>
              <a:rPr lang="fr-FR" sz="700" b="0" u="none" strike="noStrike">
                <a:solidFill>
                  <a:schemeClr val="dk1"/>
                </a:solidFill>
                <a:effectLst/>
                <a:uFillTx/>
                <a:latin typeface="Franklin Gothic Book"/>
              </a:rPr>
              <a:t>https://bridgeclubsaintorens.fr</a:t>
            </a:r>
            <a:endParaRPr lang="en-US" sz="700" b="0" u="none" strike="noStrike">
              <a:solidFill>
                <a:srgbClr val="FFFFFF"/>
              </a:solidFill>
              <a:effectLst/>
              <a:uFillTx/>
              <a:latin typeface="Arial"/>
            </a:endParaRPr>
          </a:p>
        </p:txBody>
      </p:sp>
      <p:sp>
        <p:nvSpPr>
          <p:cNvPr id="221" name="Rounded Rectangle 32"/>
          <p:cNvSpPr/>
          <p:nvPr/>
        </p:nvSpPr>
        <p:spPr>
          <a:xfrm>
            <a:off x="4520520" y="1654560"/>
            <a:ext cx="1421640" cy="169200"/>
          </a:xfrm>
          <a:prstGeom prst="roundRect">
            <a:avLst>
              <a:gd name="adj" fmla="val 16667"/>
            </a:avLst>
          </a:prstGeom>
          <a:solidFill>
            <a:schemeClr val="tx1">
              <a:lumMod val="85000"/>
            </a:schemeClr>
          </a:solidFill>
          <a:ln w="15240">
            <a:noFill/>
          </a:ln>
        </p:spPr>
        <p:style>
          <a:lnRef idx="1">
            <a:schemeClr val="accent1"/>
          </a:lnRef>
          <a:fillRef idx="3">
            <a:schemeClr val="accent1"/>
          </a:fillRef>
          <a:effectRef idx="2">
            <a:schemeClr val="accent1"/>
          </a:effectRef>
          <a:fontRef idx="minor"/>
        </p:style>
        <p:txBody>
          <a:bodyPr lIns="90000" tIns="45000" rIns="90000" bIns="45000" anchor="ctr">
            <a:noAutofit/>
          </a:bodyPr>
          <a:p>
            <a:pPr defTabSz="914400">
              <a:lnSpc>
                <a:spcPct val="100000"/>
              </a:lnSpc>
            </a:pPr>
            <a:r>
              <a:rPr lang="fr-FR" sz="700" b="0" u="none" strike="noStrike">
                <a:solidFill>
                  <a:schemeClr val="dk1"/>
                </a:solidFill>
                <a:effectLst/>
                <a:uFillTx/>
                <a:latin typeface="Franklin Gothic Book"/>
              </a:rPr>
              <a:t>https://bridgeclubsaintorens.fr</a:t>
            </a:r>
            <a:endParaRPr lang="en-US" sz="700" b="0" u="none" strike="noStrike">
              <a:solidFill>
                <a:srgbClr val="FFFFFF"/>
              </a:solidFill>
              <a:effectLst/>
              <a:uFillTx/>
              <a:latin typeface="Arial"/>
            </a:endParaRPr>
          </a:p>
        </p:txBody>
      </p:sp>
      <p:sp>
        <p:nvSpPr>
          <p:cNvPr id="222" name="TextBox 57"/>
          <p:cNvSpPr/>
          <p:nvPr/>
        </p:nvSpPr>
        <p:spPr>
          <a:xfrm>
            <a:off x="2630160" y="2809440"/>
            <a:ext cx="942480" cy="13608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89" b="1" u="none" strike="noStrike">
                <a:solidFill>
                  <a:srgbClr val="0D2D53"/>
                </a:solidFill>
                <a:effectLst/>
                <a:uFillTx/>
                <a:latin typeface="Arial"/>
              </a:rPr>
              <a:t>Espace club</a:t>
            </a:r>
            <a:endParaRPr lang="en-US" sz="889" b="0" u="none" strike="noStrike">
              <a:solidFill>
                <a:srgbClr val="000000"/>
              </a:solidFill>
              <a:effectLst/>
              <a:uFillTx/>
              <a:latin typeface="Arial"/>
            </a:endParaRPr>
          </a:p>
        </p:txBody>
      </p:sp>
      <p:pic>
        <p:nvPicPr>
          <p:cNvPr id="223" name="Image 151"/>
          <p:cNvPicPr/>
          <p:nvPr/>
        </p:nvPicPr>
        <p:blipFill>
          <a:blip r:embed="rId7"/>
          <a:stretch/>
        </p:blipFill>
        <p:spPr>
          <a:xfrm>
            <a:off x="5172480" y="2529360"/>
            <a:ext cx="539280" cy="359280"/>
          </a:xfrm>
          <a:prstGeom prst="rect">
            <a:avLst/>
          </a:prstGeom>
          <a:noFill/>
          <a:ln w="0">
            <a:noFill/>
          </a:ln>
        </p:spPr>
      </p:pic>
      <p:cxnSp>
        <p:nvCxnSpPr>
          <p:cNvPr id="224" name="Connecteur : en angle 157"/>
          <p:cNvCxnSpPr>
            <a:stCxn id="204" idx="2"/>
            <a:endCxn id="225" idx="0"/>
          </p:cNvCxnSpPr>
          <p:nvPr/>
        </p:nvCxnSpPr>
        <p:spPr>
          <a:xfrm flipH="1" rot="16200000">
            <a:off x="2963880" y="3259440"/>
            <a:ext cx="1115640" cy="818640"/>
          </a:xfrm>
          <a:prstGeom prst="bentConnector3">
            <a:avLst>
              <a:gd name="adj1" fmla="val 50000"/>
            </a:avLst>
          </a:prstGeom>
          <a:ln w="19050">
            <a:solidFill>
              <a:srgbClr val="4495A2"/>
            </a:solidFill>
            <a:round/>
            <a:headEnd len="med" type="arrow" w="med"/>
            <a:tailEnd len="med" type="arrow" w="med"/>
          </a:ln>
        </p:spPr>
      </p:cxnSp>
      <p:cxnSp>
        <p:nvCxnSpPr>
          <p:cNvPr id="226" name="Connecteur : en angle 159"/>
          <p:cNvCxnSpPr>
            <a:stCxn id="207" idx="2"/>
            <a:endCxn id="225" idx="0"/>
          </p:cNvCxnSpPr>
          <p:nvPr/>
        </p:nvCxnSpPr>
        <p:spPr>
          <a:xfrm rot="5400000">
            <a:off x="3764520" y="3286080"/>
            <a:ext cx="1106640" cy="774360"/>
          </a:xfrm>
          <a:prstGeom prst="bentConnector3">
            <a:avLst>
              <a:gd name="adj1" fmla="val 50016"/>
            </a:avLst>
          </a:prstGeom>
          <a:ln w="19050">
            <a:solidFill>
              <a:srgbClr val="4495A2"/>
            </a:solidFill>
            <a:round/>
            <a:headEnd len="med" type="arrow" w="med"/>
            <a:tailEnd len="med" type="arrow" w="med"/>
          </a:ln>
        </p:spPr>
      </p:cxnSp>
      <p:sp>
        <p:nvSpPr>
          <p:cNvPr id="227" name="Rectangle 155"/>
          <p:cNvSpPr/>
          <p:nvPr/>
        </p:nvSpPr>
        <p:spPr>
          <a:xfrm>
            <a:off x="3271320" y="3207960"/>
            <a:ext cx="1367280" cy="674640"/>
          </a:xfrm>
          <a:prstGeom prst="rect">
            <a:avLst/>
          </a:prstGeom>
          <a:blipFill rotWithShape="0">
            <a:blip r:embed="rId8"/>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228" name="TextBox 98"/>
          <p:cNvSpPr/>
          <p:nvPr/>
        </p:nvSpPr>
        <p:spPr>
          <a:xfrm>
            <a:off x="1815480" y="4403880"/>
            <a:ext cx="786960" cy="3070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1000" b="1" u="none" strike="noStrike">
                <a:solidFill>
                  <a:srgbClr val="0D2D53"/>
                </a:solidFill>
                <a:effectLst/>
                <a:uFillTx/>
                <a:latin typeface="Arial"/>
              </a:rPr>
              <a:t>plateforme FFB</a:t>
            </a:r>
            <a:endParaRPr lang="en-US" sz="1000" b="0" u="none" strike="noStrike">
              <a:solidFill>
                <a:srgbClr val="000000"/>
              </a:solidFill>
              <a:effectLst/>
              <a:uFillTx/>
              <a:latin typeface="Arial"/>
            </a:endParaRPr>
          </a:p>
        </p:txBody>
      </p:sp>
      <p:pic>
        <p:nvPicPr>
          <p:cNvPr id="229" name="Image 174"/>
          <p:cNvPicPr/>
          <p:nvPr/>
        </p:nvPicPr>
        <p:blipFill>
          <a:blip r:embed="rId9"/>
          <a:stretch/>
        </p:blipFill>
        <p:spPr>
          <a:xfrm>
            <a:off x="1299600" y="4393800"/>
            <a:ext cx="430560" cy="251280"/>
          </a:xfrm>
          <a:prstGeom prst="rect">
            <a:avLst/>
          </a:prstGeom>
          <a:noFill/>
          <a:ln w="0">
            <a:noFill/>
          </a:ln>
        </p:spPr>
      </p:pic>
      <p:pic>
        <p:nvPicPr>
          <p:cNvPr id="230" name="Image 176"/>
          <p:cNvPicPr/>
          <p:nvPr/>
        </p:nvPicPr>
        <p:blipFill>
          <a:blip r:embed="rId10"/>
          <a:stretch/>
        </p:blipFill>
        <p:spPr>
          <a:xfrm>
            <a:off x="5288040" y="4520880"/>
            <a:ext cx="395280" cy="164160"/>
          </a:xfrm>
          <a:prstGeom prst="rect">
            <a:avLst/>
          </a:prstGeom>
          <a:noFill/>
          <a:ln w="0">
            <a:noFill/>
          </a:ln>
        </p:spPr>
      </p:pic>
      <p:cxnSp>
        <p:nvCxnSpPr>
          <p:cNvPr id="231" name="Connecteur : en angle 178"/>
          <p:cNvCxnSpPr>
            <a:stCxn id="225" idx="1"/>
            <a:endCxn id="211" idx="3"/>
          </p:cNvCxnSpPr>
          <p:nvPr/>
        </p:nvCxnSpPr>
        <p:spPr>
          <a:xfrm flipV="1" rot="10800000">
            <a:off x="2586600" y="4650480"/>
            <a:ext cx="272160" cy="187560"/>
          </a:xfrm>
          <a:prstGeom prst="bentConnector3">
            <a:avLst>
              <a:gd name="adj1" fmla="val 49933"/>
            </a:avLst>
          </a:prstGeom>
          <a:ln w="19050">
            <a:solidFill>
              <a:srgbClr val="4495A2"/>
            </a:solidFill>
            <a:round/>
            <a:headEnd len="med" type="arrow" w="med"/>
            <a:tailEnd len="med" type="arrow" w="med"/>
          </a:ln>
        </p:spPr>
      </p:cxnSp>
      <p:cxnSp>
        <p:nvCxnSpPr>
          <p:cNvPr id="232" name="Connecteur : en angle 179"/>
          <p:cNvCxnSpPr>
            <a:stCxn id="225" idx="3"/>
            <a:endCxn id="213" idx="1"/>
          </p:cNvCxnSpPr>
          <p:nvPr/>
        </p:nvCxnSpPr>
        <p:spPr>
          <a:xfrm>
            <a:off x="5002920" y="4650480"/>
            <a:ext cx="274320" cy="187560"/>
          </a:xfrm>
          <a:prstGeom prst="bentConnector3">
            <a:avLst>
              <a:gd name="adj1" fmla="val 50065"/>
            </a:avLst>
          </a:prstGeom>
          <a:ln w="19050">
            <a:solidFill>
              <a:srgbClr val="4495A2"/>
            </a:solidFill>
            <a:round/>
            <a:headEnd len="med" type="arrow" w="med"/>
            <a:tailEnd len="med" type="arrow" w="med"/>
          </a:ln>
        </p:spPr>
      </p:cxnSp>
      <p:grpSp>
        <p:nvGrpSpPr>
          <p:cNvPr id="233" name="Groupe 186"/>
          <p:cNvGrpSpPr/>
          <p:nvPr/>
        </p:nvGrpSpPr>
        <p:grpSpPr>
          <a:xfrm>
            <a:off x="718200" y="4096800"/>
            <a:ext cx="671040" cy="284040"/>
            <a:chOff x="718200" y="4096800"/>
            <a:chExt cx="671040" cy="284040"/>
          </a:xfrm>
        </p:grpSpPr>
        <p:pic>
          <p:nvPicPr>
            <p:cNvPr id="234" name="Picture 2" descr="v7_user_pc.png"/>
            <p:cNvPicPr/>
            <p:nvPr/>
          </p:nvPicPr>
          <p:blipFill>
            <a:blip r:embed="rId11">
              <a:grayscl/>
            </a:blip>
            <a:stretch/>
          </p:blipFill>
          <p:spPr>
            <a:xfrm>
              <a:off x="718200" y="4121280"/>
              <a:ext cx="671040" cy="259560"/>
            </a:xfrm>
            <a:prstGeom prst="rect">
              <a:avLst/>
            </a:prstGeom>
            <a:noFill/>
            <a:ln w="0">
              <a:noFill/>
            </a:ln>
          </p:spPr>
        </p:pic>
        <p:sp>
          <p:nvSpPr>
            <p:cNvPr id="235" name="TextBox 3"/>
            <p:cNvSpPr/>
            <p:nvPr/>
          </p:nvSpPr>
          <p:spPr>
            <a:xfrm>
              <a:off x="876240" y="4096800"/>
              <a:ext cx="471960" cy="2455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grpSp>
      <p:grpSp>
        <p:nvGrpSpPr>
          <p:cNvPr id="236" name="Groupe 187"/>
          <p:cNvGrpSpPr/>
          <p:nvPr/>
        </p:nvGrpSpPr>
        <p:grpSpPr>
          <a:xfrm>
            <a:off x="2862720" y="3905280"/>
            <a:ext cx="671040" cy="259560"/>
            <a:chOff x="2862720" y="3905280"/>
            <a:chExt cx="671040" cy="259560"/>
          </a:xfrm>
        </p:grpSpPr>
        <p:pic>
          <p:nvPicPr>
            <p:cNvPr id="237" name="Picture 2" descr="v7_user_pc.png"/>
            <p:cNvPicPr/>
            <p:nvPr/>
          </p:nvPicPr>
          <p:blipFill>
            <a:blip r:embed="rId12"/>
            <a:stretch/>
          </p:blipFill>
          <p:spPr>
            <a:xfrm>
              <a:off x="2862720" y="3905280"/>
              <a:ext cx="671040" cy="259560"/>
            </a:xfrm>
            <a:prstGeom prst="rect">
              <a:avLst/>
            </a:prstGeom>
            <a:noFill/>
            <a:ln w="0">
              <a:noFill/>
            </a:ln>
          </p:spPr>
        </p:pic>
        <p:sp>
          <p:nvSpPr>
            <p:cNvPr id="238" name="TextBox 3"/>
            <p:cNvSpPr/>
            <p:nvPr/>
          </p:nvSpPr>
          <p:spPr>
            <a:xfrm>
              <a:off x="3021120" y="3942360"/>
              <a:ext cx="47196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admin</a:t>
              </a:r>
              <a:endParaRPr lang="en-US" sz="800" b="0" u="none" strike="noStrike">
                <a:solidFill>
                  <a:srgbClr val="000000"/>
                </a:solidFill>
                <a:effectLst/>
                <a:uFillTx/>
                <a:latin typeface="Arial"/>
              </a:endParaRPr>
            </a:p>
          </p:txBody>
        </p:sp>
      </p:grpSp>
      <p:grpSp>
        <p:nvGrpSpPr>
          <p:cNvPr id="239" name="Groupe 190"/>
          <p:cNvGrpSpPr/>
          <p:nvPr/>
        </p:nvGrpSpPr>
        <p:grpSpPr>
          <a:xfrm>
            <a:off x="5209920" y="4152960"/>
            <a:ext cx="671040" cy="259560"/>
            <a:chOff x="5209920" y="4152960"/>
            <a:chExt cx="671040" cy="259560"/>
          </a:xfrm>
        </p:grpSpPr>
        <p:pic>
          <p:nvPicPr>
            <p:cNvPr id="240" name="Picture 2" descr="v7_user_pc.png"/>
            <p:cNvPicPr/>
            <p:nvPr/>
          </p:nvPicPr>
          <p:blipFill>
            <a:blip r:embed="rId13"/>
            <a:stretch/>
          </p:blipFill>
          <p:spPr>
            <a:xfrm>
              <a:off x="5209920" y="4152960"/>
              <a:ext cx="671040" cy="259560"/>
            </a:xfrm>
            <a:prstGeom prst="rect">
              <a:avLst/>
            </a:prstGeom>
            <a:noFill/>
            <a:ln w="0">
              <a:noFill/>
            </a:ln>
          </p:spPr>
        </p:pic>
        <p:sp>
          <p:nvSpPr>
            <p:cNvPr id="241" name="TextBox 3"/>
            <p:cNvSpPr/>
            <p:nvPr/>
          </p:nvSpPr>
          <p:spPr>
            <a:xfrm>
              <a:off x="5368320" y="4190400"/>
              <a:ext cx="47196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admin</a:t>
              </a:r>
              <a:endParaRPr lang="en-US" sz="800" b="0" u="none" strike="noStrike">
                <a:solidFill>
                  <a:srgbClr val="000000"/>
                </a:solidFill>
                <a:effectLst/>
                <a:uFillTx/>
                <a:latin typeface="Arial"/>
              </a:endParaRPr>
            </a:p>
          </p:txBody>
        </p:sp>
      </p:grpSp>
      <p:grpSp>
        <p:nvGrpSpPr>
          <p:cNvPr id="242" name="Groupe 201"/>
          <p:cNvGrpSpPr/>
          <p:nvPr/>
        </p:nvGrpSpPr>
        <p:grpSpPr>
          <a:xfrm>
            <a:off x="2858760" y="4226400"/>
            <a:ext cx="2144160" cy="847800"/>
            <a:chOff x="2858760" y="4226400"/>
            <a:chExt cx="2144160" cy="847800"/>
          </a:xfrm>
        </p:grpSpPr>
        <p:sp>
          <p:nvSpPr>
            <p:cNvPr id="225" name="Rounded Rectangle 80"/>
            <p:cNvSpPr/>
            <p:nvPr/>
          </p:nvSpPr>
          <p:spPr>
            <a:xfrm>
              <a:off x="2858760" y="4226400"/>
              <a:ext cx="2144160" cy="847800"/>
            </a:xfrm>
            <a:prstGeom prst="roundRect">
              <a:avLst>
                <a:gd name="adj" fmla="val 16667"/>
              </a:avLst>
            </a:pr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sp>
          <p:nvSpPr>
            <p:cNvPr id="243" name="TextBox 82"/>
            <p:cNvSpPr/>
            <p:nvPr/>
          </p:nvSpPr>
          <p:spPr>
            <a:xfrm>
              <a:off x="3698640" y="4327920"/>
              <a:ext cx="977400" cy="1429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939" b="1" u="none" strike="noStrike">
                  <a:solidFill>
                    <a:srgbClr val="0D2D53"/>
                  </a:solidFill>
                  <a:effectLst/>
                  <a:uFillTx/>
                  <a:latin typeface="Arial"/>
                </a:rPr>
                <a:t>Backend BCSTO</a:t>
              </a:r>
              <a:endParaRPr lang="en-US" sz="939" b="0" u="none" strike="noStrike">
                <a:solidFill>
                  <a:srgbClr val="000000"/>
                </a:solidFill>
                <a:effectLst/>
                <a:uFillTx/>
                <a:latin typeface="Arial"/>
              </a:endParaRPr>
            </a:p>
          </p:txBody>
        </p:sp>
        <p:sp>
          <p:nvSpPr>
            <p:cNvPr id="244" name="TextBox 83"/>
            <p:cNvSpPr/>
            <p:nvPr/>
          </p:nvSpPr>
          <p:spPr>
            <a:xfrm>
              <a:off x="3698640" y="4504680"/>
              <a:ext cx="1103400" cy="1083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fr-FR" sz="710" b="0" u="none" strike="noStrike">
                  <a:solidFill>
                    <a:srgbClr val="0D2D53"/>
                  </a:solidFill>
                  <a:effectLst/>
                  <a:uFillTx/>
                  <a:latin typeface="Arial"/>
                </a:rPr>
                <a:t>API et services applicatifs</a:t>
              </a:r>
              <a:endParaRPr lang="en-US" sz="710" b="0" u="none" strike="noStrike">
                <a:solidFill>
                  <a:srgbClr val="000000"/>
                </a:solidFill>
                <a:effectLst/>
                <a:uFillTx/>
                <a:latin typeface="Arial"/>
              </a:endParaRPr>
            </a:p>
          </p:txBody>
        </p:sp>
        <p:grpSp>
          <p:nvGrpSpPr>
            <p:cNvPr id="245" name="Groupe 168"/>
            <p:cNvGrpSpPr/>
            <p:nvPr/>
          </p:nvGrpSpPr>
          <p:grpSpPr>
            <a:xfrm>
              <a:off x="3803760" y="4636080"/>
              <a:ext cx="419040" cy="309240"/>
              <a:chOff x="3803760" y="4636080"/>
              <a:chExt cx="419040" cy="309240"/>
            </a:xfrm>
          </p:grpSpPr>
          <p:sp>
            <p:nvSpPr>
              <p:cNvPr id="246" name="TextBox 85"/>
              <p:cNvSpPr/>
              <p:nvPr/>
            </p:nvSpPr>
            <p:spPr>
              <a:xfrm>
                <a:off x="3803760" y="4863600"/>
                <a:ext cx="419040" cy="817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540" b="0" u="none" strike="noStrike">
                    <a:solidFill>
                      <a:srgbClr val="0D2D53"/>
                    </a:solidFill>
                    <a:effectLst/>
                    <a:uFillTx/>
                    <a:latin typeface="Arial"/>
                  </a:rPr>
                  <a:t>Données</a:t>
                </a:r>
                <a:endParaRPr lang="en-US" sz="540" b="0" u="none" strike="noStrike">
                  <a:solidFill>
                    <a:srgbClr val="000000"/>
                  </a:solidFill>
                  <a:effectLst/>
                  <a:uFillTx/>
                  <a:latin typeface="Arial"/>
                </a:endParaRPr>
              </a:p>
            </p:txBody>
          </p:sp>
          <p:grpSp>
            <p:nvGrpSpPr>
              <p:cNvPr id="247" name="Groupe 167"/>
              <p:cNvGrpSpPr/>
              <p:nvPr/>
            </p:nvGrpSpPr>
            <p:grpSpPr>
              <a:xfrm>
                <a:off x="3896280" y="4636080"/>
                <a:ext cx="293040" cy="217440"/>
                <a:chOff x="3896280" y="4636080"/>
                <a:chExt cx="293040" cy="217440"/>
              </a:xfrm>
            </p:grpSpPr>
            <p:sp>
              <p:nvSpPr>
                <p:cNvPr id="248" name="TextBox 84"/>
                <p:cNvSpPr/>
                <p:nvPr/>
              </p:nvSpPr>
              <p:spPr>
                <a:xfrm>
                  <a:off x="3896280" y="4654440"/>
                  <a:ext cx="234360" cy="1634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70" b="1" u="none" strike="noStrike">
                      <a:solidFill>
                        <a:srgbClr val="664FD3"/>
                      </a:solidFill>
                      <a:effectLst/>
                      <a:uFillTx/>
                      <a:latin typeface="Arial"/>
                    </a:rPr>
                    <a:t>●</a:t>
                  </a:r>
                  <a:endParaRPr lang="en-US" sz="1070" b="0" u="none" strike="noStrike">
                    <a:solidFill>
                      <a:srgbClr val="000000"/>
                    </a:solidFill>
                    <a:effectLst/>
                    <a:uFillTx/>
                    <a:latin typeface="Arial"/>
                  </a:endParaRPr>
                </a:p>
              </p:txBody>
            </p:sp>
            <p:sp>
              <p:nvSpPr>
                <p:cNvPr id="249" name="Rectangle 98"/>
                <p:cNvSpPr/>
                <p:nvPr/>
              </p:nvSpPr>
              <p:spPr>
                <a:xfrm>
                  <a:off x="3954960" y="4636080"/>
                  <a:ext cx="234360" cy="217440"/>
                </a:xfrm>
                <a:prstGeom prst="rect">
                  <a:avLst/>
                </a:prstGeom>
                <a:solidFill>
                  <a:srgbClr val="F7F5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250" name="Picture 107" descr="aws_icon_data_v61.png"/>
                <p:cNvPicPr/>
                <p:nvPr/>
              </p:nvPicPr>
              <p:blipFill>
                <a:blip r:embed="rId14"/>
                <a:stretch/>
              </p:blipFill>
              <p:spPr>
                <a:xfrm>
                  <a:off x="3954960" y="4636080"/>
                  <a:ext cx="234360" cy="217440"/>
                </a:xfrm>
                <a:prstGeom prst="rect">
                  <a:avLst/>
                </a:prstGeom>
                <a:noFill/>
                <a:ln w="0">
                  <a:noFill/>
                </a:ln>
              </p:spPr>
            </p:pic>
          </p:grpSp>
        </p:grpSp>
        <p:grpSp>
          <p:nvGrpSpPr>
            <p:cNvPr id="251" name="Groupe 166"/>
            <p:cNvGrpSpPr/>
            <p:nvPr/>
          </p:nvGrpSpPr>
          <p:grpSpPr>
            <a:xfrm>
              <a:off x="4244760" y="4627440"/>
              <a:ext cx="419040" cy="309240"/>
              <a:chOff x="4244760" y="4627440"/>
              <a:chExt cx="419040" cy="309240"/>
            </a:xfrm>
          </p:grpSpPr>
          <p:sp>
            <p:nvSpPr>
              <p:cNvPr id="252" name="TextBox 86"/>
              <p:cNvSpPr/>
              <p:nvPr/>
            </p:nvSpPr>
            <p:spPr>
              <a:xfrm>
                <a:off x="4337280" y="4645800"/>
                <a:ext cx="234360" cy="1634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70" b="1" u="none" strike="noStrike">
                    <a:solidFill>
                      <a:srgbClr val="0A64BE"/>
                    </a:solidFill>
                    <a:effectLst/>
                    <a:uFillTx/>
                    <a:latin typeface="Arial"/>
                  </a:rPr>
                  <a:t>◆</a:t>
                </a:r>
                <a:endParaRPr lang="en-US" sz="1070" b="0" u="none" strike="noStrike">
                  <a:solidFill>
                    <a:srgbClr val="000000"/>
                  </a:solidFill>
                  <a:effectLst/>
                  <a:uFillTx/>
                  <a:latin typeface="Arial"/>
                </a:endParaRPr>
              </a:p>
            </p:txBody>
          </p:sp>
          <p:sp>
            <p:nvSpPr>
              <p:cNvPr id="253" name="TextBox 87"/>
              <p:cNvSpPr/>
              <p:nvPr/>
            </p:nvSpPr>
            <p:spPr>
              <a:xfrm>
                <a:off x="4244760" y="4854960"/>
                <a:ext cx="419040" cy="817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540" b="0" u="none" strike="noStrike">
                    <a:solidFill>
                      <a:srgbClr val="0D2D53"/>
                    </a:solidFill>
                    <a:effectLst/>
                    <a:uFillTx/>
                    <a:latin typeface="Arial"/>
                  </a:rPr>
                  <a:t>Sécurité</a:t>
                </a:r>
                <a:endParaRPr lang="en-US" sz="540" b="0" u="none" strike="noStrike">
                  <a:solidFill>
                    <a:srgbClr val="000000"/>
                  </a:solidFill>
                  <a:effectLst/>
                  <a:uFillTx/>
                  <a:latin typeface="Arial"/>
                </a:endParaRPr>
              </a:p>
            </p:txBody>
          </p:sp>
          <p:sp>
            <p:nvSpPr>
              <p:cNvPr id="254" name="Rectangle 100"/>
              <p:cNvSpPr/>
              <p:nvPr/>
            </p:nvSpPr>
            <p:spPr>
              <a:xfrm>
                <a:off x="4379040" y="4627440"/>
                <a:ext cx="246960" cy="217440"/>
              </a:xfrm>
              <a:prstGeom prst="rect">
                <a:avLst/>
              </a:prstGeom>
              <a:solidFill>
                <a:srgbClr val="F7F5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255" name="Picture 109" descr="aws_icon_security_v61.png"/>
              <p:cNvPicPr/>
              <p:nvPr/>
            </p:nvPicPr>
            <p:blipFill>
              <a:blip r:embed="rId15"/>
              <a:stretch/>
            </p:blipFill>
            <p:spPr>
              <a:xfrm>
                <a:off x="4379040" y="4627440"/>
                <a:ext cx="246960" cy="217440"/>
              </a:xfrm>
              <a:prstGeom prst="rect">
                <a:avLst/>
              </a:prstGeom>
              <a:noFill/>
              <a:ln w="0">
                <a:noFill/>
              </a:ln>
            </p:spPr>
          </p:pic>
        </p:grpSp>
        <p:grpSp>
          <p:nvGrpSpPr>
            <p:cNvPr id="256" name="Groupe 165"/>
            <p:cNvGrpSpPr/>
            <p:nvPr/>
          </p:nvGrpSpPr>
          <p:grpSpPr>
            <a:xfrm>
              <a:off x="3142080" y="4650840"/>
              <a:ext cx="419040" cy="309240"/>
              <a:chOff x="3142080" y="4650840"/>
              <a:chExt cx="419040" cy="309240"/>
            </a:xfrm>
          </p:grpSpPr>
          <p:sp>
            <p:nvSpPr>
              <p:cNvPr id="257" name="TextBox 88"/>
              <p:cNvSpPr/>
              <p:nvPr/>
            </p:nvSpPr>
            <p:spPr>
              <a:xfrm>
                <a:off x="3234240" y="4669200"/>
                <a:ext cx="234360" cy="1634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70" b="1" u="none" strike="noStrike">
                    <a:solidFill>
                      <a:srgbClr val="00964E"/>
                    </a:solidFill>
                    <a:effectLst/>
                    <a:uFillTx/>
                    <a:latin typeface="Arial"/>
                  </a:rPr>
                  <a:t>▤</a:t>
                </a:r>
                <a:endParaRPr lang="en-US" sz="1070" b="0" u="none" strike="noStrike">
                  <a:solidFill>
                    <a:srgbClr val="000000"/>
                  </a:solidFill>
                  <a:effectLst/>
                  <a:uFillTx/>
                  <a:latin typeface="Arial"/>
                </a:endParaRPr>
              </a:p>
            </p:txBody>
          </p:sp>
          <p:sp>
            <p:nvSpPr>
              <p:cNvPr id="258" name="TextBox 89"/>
              <p:cNvSpPr/>
              <p:nvPr/>
            </p:nvSpPr>
            <p:spPr>
              <a:xfrm>
                <a:off x="3142080" y="4878360"/>
                <a:ext cx="419040" cy="817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540" b="0" u="none" strike="noStrike">
                    <a:solidFill>
                      <a:srgbClr val="0D2D53"/>
                    </a:solidFill>
                    <a:effectLst/>
                    <a:uFillTx/>
                    <a:latin typeface="Arial"/>
                  </a:rPr>
                  <a:t>Fichiers</a:t>
                </a:r>
                <a:endParaRPr lang="en-US" sz="540" b="0" u="none" strike="noStrike">
                  <a:solidFill>
                    <a:srgbClr val="000000"/>
                  </a:solidFill>
                  <a:effectLst/>
                  <a:uFillTx/>
                  <a:latin typeface="Arial"/>
                </a:endParaRPr>
              </a:p>
            </p:txBody>
          </p:sp>
          <p:sp>
            <p:nvSpPr>
              <p:cNvPr id="259" name="Rectangle 102"/>
              <p:cNvSpPr/>
              <p:nvPr/>
            </p:nvSpPr>
            <p:spPr>
              <a:xfrm>
                <a:off x="3272040" y="4650840"/>
                <a:ext cx="242640" cy="217440"/>
              </a:xfrm>
              <a:prstGeom prst="rect">
                <a:avLst/>
              </a:prstGeom>
              <a:solidFill>
                <a:srgbClr val="F7F5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260" name="Picture 111" descr="aws_icon_files_v61.png"/>
              <p:cNvPicPr/>
              <p:nvPr/>
            </p:nvPicPr>
            <p:blipFill>
              <a:blip r:embed="rId16"/>
              <a:stretch/>
            </p:blipFill>
            <p:spPr>
              <a:xfrm>
                <a:off x="3272040" y="4650840"/>
                <a:ext cx="242640" cy="217440"/>
              </a:xfrm>
              <a:prstGeom prst="rect">
                <a:avLst/>
              </a:prstGeom>
              <a:noFill/>
              <a:ln w="0">
                <a:noFill/>
              </a:ln>
            </p:spPr>
          </p:pic>
        </p:grpSp>
        <p:grpSp>
          <p:nvGrpSpPr>
            <p:cNvPr id="261" name="Groupe 164"/>
            <p:cNvGrpSpPr/>
            <p:nvPr/>
          </p:nvGrpSpPr>
          <p:grpSpPr>
            <a:xfrm>
              <a:off x="3457440" y="4645800"/>
              <a:ext cx="419040" cy="309600"/>
              <a:chOff x="3457440" y="4645800"/>
              <a:chExt cx="419040" cy="309600"/>
            </a:xfrm>
          </p:grpSpPr>
          <p:sp>
            <p:nvSpPr>
              <p:cNvPr id="262" name="TextBox 90"/>
              <p:cNvSpPr/>
              <p:nvPr/>
            </p:nvSpPr>
            <p:spPr>
              <a:xfrm>
                <a:off x="3549600" y="4664520"/>
                <a:ext cx="234360" cy="1634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1070" b="1" u="none" strike="noStrike">
                    <a:solidFill>
                      <a:srgbClr val="F58010"/>
                    </a:solidFill>
                    <a:effectLst/>
                    <a:uFillTx/>
                    <a:latin typeface="Arial"/>
                  </a:rPr>
                  <a:t>◇</a:t>
                </a:r>
                <a:endParaRPr lang="en-US" sz="1070" b="0" u="none" strike="noStrike">
                  <a:solidFill>
                    <a:srgbClr val="000000"/>
                  </a:solidFill>
                  <a:effectLst/>
                  <a:uFillTx/>
                  <a:latin typeface="Arial"/>
                </a:endParaRPr>
              </a:p>
            </p:txBody>
          </p:sp>
          <p:sp>
            <p:nvSpPr>
              <p:cNvPr id="263" name="TextBox 91"/>
              <p:cNvSpPr/>
              <p:nvPr/>
            </p:nvSpPr>
            <p:spPr>
              <a:xfrm>
                <a:off x="3457440" y="4873680"/>
                <a:ext cx="419040" cy="8172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540" b="0" u="none" strike="noStrike">
                    <a:solidFill>
                      <a:srgbClr val="0D2D53"/>
                    </a:solidFill>
                    <a:effectLst/>
                    <a:uFillTx/>
                    <a:latin typeface="Arial"/>
                  </a:rPr>
                  <a:t>Services</a:t>
                </a:r>
                <a:endParaRPr lang="en-US" sz="540" b="0" u="none" strike="noStrike">
                  <a:solidFill>
                    <a:srgbClr val="000000"/>
                  </a:solidFill>
                  <a:effectLst/>
                  <a:uFillTx/>
                  <a:latin typeface="Arial"/>
                </a:endParaRPr>
              </a:p>
            </p:txBody>
          </p:sp>
          <p:sp>
            <p:nvSpPr>
              <p:cNvPr id="264" name="Rectangle 104"/>
              <p:cNvSpPr/>
              <p:nvPr/>
            </p:nvSpPr>
            <p:spPr>
              <a:xfrm>
                <a:off x="3587400" y="4645800"/>
                <a:ext cx="246960" cy="217440"/>
              </a:xfrm>
              <a:prstGeom prst="rect">
                <a:avLst/>
              </a:prstGeom>
              <a:solidFill>
                <a:srgbClr val="F7F5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939" b="0" u="none" strike="noStrike">
                  <a:solidFill>
                    <a:schemeClr val="lt1"/>
                  </a:solidFill>
                  <a:effectLst/>
                  <a:uFillTx/>
                  <a:latin typeface="Franklin Gothic Book"/>
                </a:endParaRPr>
              </a:p>
            </p:txBody>
          </p:sp>
          <p:pic>
            <p:nvPicPr>
              <p:cNvPr id="265" name="Picture 113" descr="aws_icon_services_v61.png"/>
              <p:cNvPicPr/>
              <p:nvPr/>
            </p:nvPicPr>
            <p:blipFill>
              <a:blip r:embed="rId17"/>
              <a:stretch/>
            </p:blipFill>
            <p:spPr>
              <a:xfrm>
                <a:off x="3587400" y="4645800"/>
                <a:ext cx="246960" cy="217440"/>
              </a:xfrm>
              <a:prstGeom prst="rect">
                <a:avLst/>
              </a:prstGeom>
              <a:noFill/>
              <a:ln w="0">
                <a:noFill/>
              </a:ln>
            </p:spPr>
          </p:pic>
        </p:grpSp>
        <p:pic>
          <p:nvPicPr>
            <p:cNvPr id="266" name="Image 194"/>
            <p:cNvPicPr/>
            <p:nvPr/>
          </p:nvPicPr>
          <p:blipFill>
            <a:blip r:embed="rId18"/>
            <a:stretch/>
          </p:blipFill>
          <p:spPr>
            <a:xfrm>
              <a:off x="3009960" y="4321080"/>
              <a:ext cx="387720" cy="251280"/>
            </a:xfrm>
            <a:prstGeom prst="rect">
              <a:avLst/>
            </a:prstGeom>
            <a:noFill/>
            <a:ln w="0">
              <a:noFill/>
            </a:ln>
          </p:spPr>
        </p:pic>
      </p:grpSp>
      <p:sp>
        <p:nvSpPr>
          <p:cNvPr id="267" name="ZoneTexte 204"/>
          <p:cNvSpPr/>
          <p:nvPr/>
        </p:nvSpPr>
        <p:spPr>
          <a:xfrm>
            <a:off x="1097280" y="5562720"/>
            <a:ext cx="5783040" cy="245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000" b="0" u="none" strike="noStrike">
                <a:solidFill>
                  <a:schemeClr val="accent6">
                    <a:lumMod val="75000"/>
                  </a:schemeClr>
                </a:solidFill>
                <a:effectLst/>
                <a:uFillTx/>
                <a:latin typeface="Franklin Gothic Book"/>
              </a:rPr>
              <a:t>Chaque plateforme dispose également de sa propre console d'administration.</a:t>
            </a:r>
            <a:endParaRPr lang="en-US" sz="1000" b="0" u="none" strike="noStrike">
              <a:solidFill>
                <a:srgbClr val="000000"/>
              </a:solidFill>
              <a:effectLst/>
              <a:uFillTx/>
              <a:latin typeface="Arial"/>
            </a:endParaRPr>
          </a:p>
        </p:txBody>
      </p:sp>
      <p:pic>
        <p:nvPicPr>
          <p:cNvPr id="268" name="BCSTO modèle 206"/>
          <p:cNvPicPr/>
          <p:nvPr/>
        </p:nvPicPr>
        <p:blipFill>
          <a:blip r:embed="rId19"/>
          <a:stretch/>
        </p:blipFill>
        <p:spPr>
          <a:xfrm>
            <a:off x="11334600" y="228600"/>
            <a:ext cx="456480" cy="456480"/>
          </a:xfrm>
          <a:prstGeom prst="rect">
            <a:avLst/>
          </a:prstGeom>
          <a:noFill/>
          <a:ln w="0">
            <a:noFill/>
          </a:ln>
        </p:spPr>
      </p:pic>
      <p:sp>
        <p:nvSpPr>
          <p:cNvPr id="269" name="BCSTO modèle 207"/>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70"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01  Architecture</a:t>
            </a:r>
            <a:endParaRPr lang="en-US" sz="1050" b="0" u="none" strike="noStrike">
              <a:solidFill>
                <a:srgbClr val="000000"/>
              </a:solidFill>
              <a:effectLst/>
              <a:uFillTx/>
              <a:latin typeface="Arial"/>
            </a:endParaRPr>
          </a:p>
        </p:txBody>
      </p:sp>
      <p:sp>
        <p:nvSpPr>
          <p:cNvPr id="271"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6</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2" name=""/>
          <p:cNvPicPr/>
          <p:nvPr/>
        </p:nvPicPr>
        <p:blipFill>
          <a:blip r:embed="rId1"/>
          <a:stretch/>
        </p:blipFill>
        <p:spPr>
          <a:xfrm>
            <a:off x="11334600" y="228600"/>
            <a:ext cx="456840" cy="456840"/>
          </a:xfrm>
          <a:prstGeom prst="rect">
            <a:avLst/>
          </a:prstGeom>
          <a:noFill/>
          <a:ln w="0">
            <a:noFill/>
          </a:ln>
        </p:spPr>
      </p:pic>
      <p:sp>
        <p:nvSpPr>
          <p:cNvPr id="273"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02</a:t>
            </a:r>
            <a:endParaRPr lang="en-US" sz="8400" b="0" u="none" strike="noStrike">
              <a:solidFill>
                <a:srgbClr val="000000"/>
              </a:solidFill>
              <a:effectLst/>
              <a:uFillTx/>
              <a:latin typeface="Arial"/>
            </a:endParaRPr>
          </a:p>
        </p:txBody>
      </p:sp>
      <p:sp>
        <p:nvSpPr>
          <p:cNvPr id="274"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Tournois</a:t>
            </a:r>
            <a:endParaRPr lang="en-US" sz="4200" b="0" u="none" strike="noStrike">
              <a:solidFill>
                <a:srgbClr val="000000"/>
              </a:solidFill>
              <a:effectLst/>
              <a:uFillTx/>
              <a:latin typeface="Arial"/>
            </a:endParaRPr>
          </a:p>
        </p:txBody>
      </p:sp>
      <p:sp>
        <p:nvSpPr>
          <p:cNvPr id="275"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Tournois</a:t>
            </a:r>
            <a:endParaRPr lang="en-US" sz="1870" b="0" u="none" strike="noStrike">
              <a:solidFill>
                <a:srgbClr val="000000"/>
              </a:solidFill>
              <a:effectLst/>
              <a:uFillTx/>
              <a:latin typeface="Arial"/>
            </a:endParaRPr>
          </a:p>
        </p:txBody>
      </p:sp>
      <p:sp>
        <p:nvSpPr>
          <p:cNvPr id="276"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Pointage des participants</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Achat rapide de carte de tournoi</a:t>
            </a:r>
            <a:endParaRPr lang="en-US" sz="2020" b="0" u="none" strike="noStrike">
              <a:solidFill>
                <a:srgbClr val="000000"/>
              </a:solidFill>
              <a:effectLst/>
              <a:uFillTx/>
              <a:latin typeface="Arial"/>
            </a:endParaRPr>
          </a:p>
        </p:txBody>
      </p:sp>
      <p:sp>
        <p:nvSpPr>
          <p:cNvPr id="277"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Pointage : à développer</a:t>
            </a:r>
            <a:endParaRPr lang="en-US" sz="1430" b="0" u="none" strike="noStrike">
              <a:solidFill>
                <a:srgbClr val="000000"/>
              </a:solidFill>
              <a:effectLst/>
              <a:uFillTx/>
              <a:latin typeface="Arial"/>
            </a:endParaRPr>
          </a:p>
        </p:txBody>
      </p:sp>
      <p:sp>
        <p:nvSpPr>
          <p:cNvPr id="278"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7</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Rectangle 431"/>
          <p:cNvSpPr/>
          <p:nvPr/>
        </p:nvSpPr>
        <p:spPr>
          <a:xfrm>
            <a:off x="590400" y="228600"/>
            <a:ext cx="10952280" cy="712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3600" b="1" u="none" strike="noStrike">
                <a:solidFill>
                  <a:srgbClr val="111111"/>
                </a:solidFill>
                <a:effectLst/>
                <a:uFillTx/>
                <a:latin typeface="Franklin Gothic Book"/>
                <a:ea typeface="Franklin Gothic Book"/>
              </a:rPr>
              <a:t>Achat rapide de carte de tournoi</a:t>
            </a:r>
            <a:endParaRPr lang="en-US" sz="3600" b="0" u="none" strike="noStrike">
              <a:solidFill>
                <a:srgbClr val="000000"/>
              </a:solidFill>
              <a:effectLst/>
              <a:uFillTx/>
              <a:latin typeface="Arial"/>
            </a:endParaRPr>
          </a:p>
        </p:txBody>
      </p:sp>
      <p:sp>
        <p:nvSpPr>
          <p:cNvPr id="280" name="Rectangle 433"/>
          <p:cNvSpPr/>
          <p:nvPr/>
        </p:nvSpPr>
        <p:spPr>
          <a:xfrm>
            <a:off x="590400" y="1495440"/>
            <a:ext cx="1095228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00" b="0" u="none" strike="noStrike">
                <a:solidFill>
                  <a:srgbClr val="5C7F3E"/>
                </a:solidFill>
                <a:effectLst/>
                <a:uFillTx/>
                <a:latin typeface="Franklin Gothic Book"/>
                <a:ea typeface="Franklin Gothic Book"/>
              </a:rPr>
              <a:t>Depuis la page de pointage du tournoi</a:t>
            </a:r>
            <a:endParaRPr lang="en-US" sz="1800" b="0" u="none" strike="noStrike">
              <a:solidFill>
                <a:srgbClr val="000000"/>
              </a:solidFill>
              <a:effectLst/>
              <a:uFillTx/>
              <a:latin typeface="Arial"/>
            </a:endParaRPr>
          </a:p>
        </p:txBody>
      </p:sp>
      <p:sp>
        <p:nvSpPr>
          <p:cNvPr id="281" name="Rectangle 434"/>
          <p:cNvSpPr/>
          <p:nvPr/>
        </p:nvSpPr>
        <p:spPr>
          <a:xfrm>
            <a:off x="590400" y="2124000"/>
            <a:ext cx="1095228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1. Accès par l’icône chariot</a:t>
            </a:r>
            <a:endParaRPr lang="en-US" sz="2170" b="0" u="none" strike="noStrike">
              <a:solidFill>
                <a:srgbClr val="000000"/>
              </a:solidFill>
              <a:effectLst/>
              <a:uFillTx/>
              <a:latin typeface="Arial"/>
            </a:endParaRPr>
          </a:p>
        </p:txBody>
      </p:sp>
      <p:sp>
        <p:nvSpPr>
          <p:cNvPr id="282" name="Rectangle 435"/>
          <p:cNvSpPr/>
          <p:nvPr/>
        </p:nvSpPr>
        <p:spPr>
          <a:xfrm>
            <a:off x="590400" y="2590920"/>
            <a:ext cx="10761840" cy="741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Sur la fiche du joueur, cliquer sur le chariot « Acheter une carte ». La fenêtre « Vente rapide de carte » s’ouvre avec ce joueur comme titulaire.</a:t>
            </a:r>
            <a:endParaRPr lang="en-US" sz="1870" b="0" u="none" strike="noStrike">
              <a:solidFill>
                <a:srgbClr val="000000"/>
              </a:solidFill>
              <a:effectLst/>
              <a:uFillTx/>
              <a:latin typeface="Arial"/>
            </a:endParaRPr>
          </a:p>
        </p:txBody>
      </p:sp>
      <p:sp>
        <p:nvSpPr>
          <p:cNvPr id="283" name="Rectangle 436"/>
          <p:cNvSpPr/>
          <p:nvPr/>
        </p:nvSpPr>
        <p:spPr>
          <a:xfrm>
            <a:off x="590400" y="3505320"/>
            <a:ext cx="1095228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2. Choix du type de carte</a:t>
            </a:r>
            <a:endParaRPr lang="en-US" sz="2170" b="0" u="none" strike="noStrike">
              <a:solidFill>
                <a:srgbClr val="000000"/>
              </a:solidFill>
              <a:effectLst/>
              <a:uFillTx/>
              <a:latin typeface="Arial"/>
            </a:endParaRPr>
          </a:p>
        </p:txBody>
      </p:sp>
      <p:sp>
        <p:nvSpPr>
          <p:cNvPr id="284" name="Rectangle 437"/>
          <p:cNvSpPr/>
          <p:nvPr/>
        </p:nvSpPr>
        <p:spPr>
          <a:xfrm>
            <a:off x="590400" y="4019400"/>
            <a:ext cx="504684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1" u="none" strike="noStrike">
                <a:solidFill>
                  <a:srgbClr val="111111"/>
                </a:solidFill>
                <a:effectLst/>
                <a:uFillTx/>
                <a:latin typeface="Franklin Gothic Book"/>
                <a:ea typeface="Franklin Gothic Book"/>
              </a:rPr>
              <a:t>Carte individuelle</a:t>
            </a:r>
            <a:endParaRPr lang="en-US" sz="2100" b="0" u="none" strike="noStrike">
              <a:solidFill>
                <a:srgbClr val="000000"/>
              </a:solidFill>
              <a:effectLst/>
              <a:uFillTx/>
              <a:latin typeface="Arial"/>
            </a:endParaRPr>
          </a:p>
        </p:txBody>
      </p:sp>
      <p:sp>
        <p:nvSpPr>
          <p:cNvPr id="285" name="Rectangle 438"/>
          <p:cNvSpPr/>
          <p:nvPr/>
        </p:nvSpPr>
        <p:spPr>
          <a:xfrm>
            <a:off x="590400" y="4495680"/>
            <a:ext cx="5046840" cy="1141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Désactiver l’interrupteur « partagée avec ». Le libellé devient « individuelle » : la carte appartient au seul titulaire affiché.</a:t>
            </a:r>
            <a:endParaRPr lang="en-US" sz="1870" b="0" u="none" strike="noStrike">
              <a:solidFill>
                <a:srgbClr val="000000"/>
              </a:solidFill>
              <a:effectLst/>
              <a:uFillTx/>
              <a:latin typeface="Arial"/>
            </a:endParaRPr>
          </a:p>
        </p:txBody>
      </p:sp>
      <p:sp>
        <p:nvSpPr>
          <p:cNvPr id="286" name="Rectangle 439"/>
          <p:cNvSpPr/>
          <p:nvPr/>
        </p:nvSpPr>
        <p:spPr>
          <a:xfrm>
            <a:off x="6334200" y="4019400"/>
            <a:ext cx="504684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1" u="none" strike="noStrike">
                <a:solidFill>
                  <a:srgbClr val="111111"/>
                </a:solidFill>
                <a:effectLst/>
                <a:uFillTx/>
                <a:latin typeface="Franklin Gothic Book"/>
                <a:ea typeface="Franklin Gothic Book"/>
              </a:rPr>
              <a:t>Carte partagée</a:t>
            </a:r>
            <a:endParaRPr lang="en-US" sz="2100" b="0" u="none" strike="noStrike">
              <a:solidFill>
                <a:srgbClr val="000000"/>
              </a:solidFill>
              <a:effectLst/>
              <a:uFillTx/>
              <a:latin typeface="Arial"/>
            </a:endParaRPr>
          </a:p>
        </p:txBody>
      </p:sp>
      <p:sp>
        <p:nvSpPr>
          <p:cNvPr id="287" name="Rectangle 440"/>
          <p:cNvSpPr/>
          <p:nvPr/>
        </p:nvSpPr>
        <p:spPr>
          <a:xfrm>
            <a:off x="6334200" y="4495680"/>
            <a:ext cx="5046840" cy="1141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Laisser « partagée avec » activé (choix par défaut), puis rechercher et sélectionner le cotitulaire par son nom ou son prénom.</a:t>
            </a:r>
            <a:endParaRPr lang="en-US" sz="1870" b="0" u="none" strike="noStrike">
              <a:solidFill>
                <a:srgbClr val="000000"/>
              </a:solidFill>
              <a:effectLst/>
              <a:uFillTx/>
              <a:latin typeface="Arial"/>
            </a:endParaRPr>
          </a:p>
        </p:txBody>
      </p:sp>
      <p:sp>
        <p:nvSpPr>
          <p:cNvPr id="288" name="Rectangle 441"/>
          <p:cNvSpPr/>
          <p:nvPr/>
        </p:nvSpPr>
        <p:spPr>
          <a:xfrm>
            <a:off x="590400" y="5772240"/>
            <a:ext cx="10952280" cy="379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3. Règlement et validation</a:t>
            </a:r>
            <a:endParaRPr lang="en-US" sz="2170" b="0" u="none" strike="noStrike">
              <a:solidFill>
                <a:srgbClr val="000000"/>
              </a:solidFill>
              <a:effectLst/>
              <a:uFillTx/>
              <a:latin typeface="Arial"/>
            </a:endParaRPr>
          </a:p>
        </p:txBody>
      </p:sp>
      <p:sp>
        <p:nvSpPr>
          <p:cNvPr id="289" name="Rectangle 442"/>
          <p:cNvSpPr/>
          <p:nvPr/>
        </p:nvSpPr>
        <p:spPr>
          <a:xfrm>
            <a:off x="590400" y="6219720"/>
            <a:ext cx="10761840" cy="474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00" b="0" u="none" strike="noStrike">
                <a:solidFill>
                  <a:srgbClr val="111111"/>
                </a:solidFill>
                <a:effectLst/>
                <a:uFillTx/>
                <a:latin typeface="Franklin Gothic Book"/>
                <a:ea typeface="Franklin Gothic Book"/>
              </a:rPr>
              <a:t>Choisir le mode de paiement, compléter les informations demandées, puis cliquer sur « Valider la vente ».</a:t>
            </a:r>
            <a:endParaRPr lang="en-US" sz="1800" b="0" u="none" strike="noStrike">
              <a:solidFill>
                <a:srgbClr val="000000"/>
              </a:solidFill>
              <a:effectLst/>
              <a:uFillTx/>
              <a:latin typeface="Arial"/>
            </a:endParaRPr>
          </a:p>
        </p:txBody>
      </p:sp>
      <p:pic>
        <p:nvPicPr>
          <p:cNvPr id="290" name="BCSTO modèle 445"/>
          <p:cNvPicPr/>
          <p:nvPr/>
        </p:nvPicPr>
        <p:blipFill>
          <a:blip r:embed="rId1"/>
          <a:stretch/>
        </p:blipFill>
        <p:spPr>
          <a:xfrm>
            <a:off x="11334600" y="228600"/>
            <a:ext cx="456480" cy="456480"/>
          </a:xfrm>
          <a:prstGeom prst="rect">
            <a:avLst/>
          </a:prstGeom>
          <a:noFill/>
          <a:ln w="0">
            <a:noFill/>
          </a:ln>
        </p:spPr>
      </p:pic>
      <p:sp>
        <p:nvSpPr>
          <p:cNvPr id="291" name="BCSTO modèle 446"/>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92"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02  Tournois</a:t>
            </a:r>
            <a:endParaRPr lang="en-US" sz="1050" b="0" u="none" strike="noStrike">
              <a:solidFill>
                <a:srgbClr val="000000"/>
              </a:solidFill>
              <a:effectLst/>
              <a:uFillTx/>
              <a:latin typeface="Arial"/>
            </a:endParaRPr>
          </a:p>
        </p:txBody>
      </p:sp>
      <p:sp>
        <p:nvSpPr>
          <p:cNvPr id="293"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8</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94" name=""/>
          <p:cNvPicPr/>
          <p:nvPr/>
        </p:nvPicPr>
        <p:blipFill>
          <a:blip r:embed="rId1"/>
          <a:stretch/>
        </p:blipFill>
        <p:spPr>
          <a:xfrm>
            <a:off x="11334600" y="228600"/>
            <a:ext cx="456840" cy="456840"/>
          </a:xfrm>
          <a:prstGeom prst="rect">
            <a:avLst/>
          </a:prstGeom>
          <a:noFill/>
          <a:ln w="0">
            <a:noFill/>
          </a:ln>
        </p:spPr>
      </p:pic>
      <p:sp>
        <p:nvSpPr>
          <p:cNvPr id="295"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03</a:t>
            </a:r>
            <a:endParaRPr lang="en-US" sz="8400" b="0" u="none" strike="noStrike">
              <a:solidFill>
                <a:srgbClr val="000000"/>
              </a:solidFill>
              <a:effectLst/>
              <a:uFillTx/>
              <a:latin typeface="Arial"/>
            </a:endParaRPr>
          </a:p>
        </p:txBody>
      </p:sp>
      <p:sp>
        <p:nvSpPr>
          <p:cNvPr id="296"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Boutique</a:t>
            </a:r>
            <a:endParaRPr lang="en-US" sz="4200" b="0" u="none" strike="noStrike">
              <a:solidFill>
                <a:srgbClr val="000000"/>
              </a:solidFill>
              <a:effectLst/>
              <a:uFillTx/>
              <a:latin typeface="Arial"/>
            </a:endParaRPr>
          </a:p>
        </p:txBody>
      </p:sp>
      <p:sp>
        <p:nvSpPr>
          <p:cNvPr id="297"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Boutique</a:t>
            </a:r>
            <a:endParaRPr lang="en-US" sz="1870" b="0" u="none" strike="noStrike">
              <a:solidFill>
                <a:srgbClr val="000000"/>
              </a:solidFill>
              <a:effectLst/>
              <a:uFillTx/>
              <a:latin typeface="Arial"/>
            </a:endParaRPr>
          </a:p>
        </p:txBody>
      </p:sp>
      <p:sp>
        <p:nvSpPr>
          <p:cNvPr id="298"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Vente adhérent</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Billetterie</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Produits à la vente</a:t>
            </a:r>
            <a:endParaRPr lang="en-US" sz="2020" b="0" u="none" strike="noStrike">
              <a:solidFill>
                <a:srgbClr val="000000"/>
              </a:solidFill>
              <a:effectLst/>
              <a:uFillTx/>
              <a:latin typeface="Arial"/>
            </a:endParaRPr>
          </a:p>
        </p:txBody>
      </p:sp>
      <p:sp>
        <p:nvSpPr>
          <p:cNvPr id="299"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Billetterie et catalogue : à développer</a:t>
            </a:r>
            <a:endParaRPr lang="en-US" sz="1430" b="0" u="none" strike="noStrike">
              <a:solidFill>
                <a:srgbClr val="000000"/>
              </a:solidFill>
              <a:effectLst/>
              <a:uFillTx/>
              <a:latin typeface="Arial"/>
            </a:endParaRPr>
          </a:p>
        </p:txBody>
      </p:sp>
      <p:sp>
        <p:nvSpPr>
          <p:cNvPr id="300"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9</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Rectangle 338"/>
          <p:cNvSpPr/>
          <p:nvPr/>
        </p:nvSpPr>
        <p:spPr>
          <a:xfrm>
            <a:off x="590400" y="228600"/>
            <a:ext cx="10762200" cy="665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3600" b="1" u="none" strike="noStrike">
                <a:solidFill>
                  <a:srgbClr val="111111"/>
                </a:solidFill>
                <a:effectLst/>
                <a:uFillTx/>
                <a:latin typeface="Franklin Gothic Book"/>
                <a:ea typeface="Franklin Gothic Book"/>
              </a:rPr>
              <a:t>Back-office : vente en présentiel</a:t>
            </a:r>
            <a:endParaRPr lang="en-US" sz="3600" b="0" u="none" strike="noStrike">
              <a:solidFill>
                <a:srgbClr val="000000"/>
              </a:solidFill>
              <a:effectLst/>
              <a:uFillTx/>
              <a:latin typeface="Arial"/>
            </a:endParaRPr>
          </a:p>
        </p:txBody>
      </p:sp>
      <p:sp>
        <p:nvSpPr>
          <p:cNvPr id="302" name="Rectangle 340"/>
          <p:cNvSpPr/>
          <p:nvPr/>
        </p:nvSpPr>
        <p:spPr>
          <a:xfrm>
            <a:off x="590400" y="1495440"/>
            <a:ext cx="10952640" cy="437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0" u="none" strike="noStrike">
                <a:solidFill>
                  <a:srgbClr val="5C7F3E"/>
                </a:solidFill>
                <a:effectLst/>
                <a:uFillTx/>
                <a:latin typeface="Franklin Gothic Book"/>
                <a:ea typeface="Franklin Gothic Book"/>
              </a:rPr>
              <a:t>Boutique / Vente adhérent</a:t>
            </a:r>
            <a:endParaRPr lang="en-US" sz="1800" b="0" u="none" strike="noStrike">
              <a:solidFill>
                <a:srgbClr val="000000"/>
              </a:solidFill>
              <a:effectLst/>
              <a:uFillTx/>
              <a:latin typeface="Arial"/>
            </a:endParaRPr>
          </a:p>
        </p:txBody>
      </p:sp>
      <p:sp>
        <p:nvSpPr>
          <p:cNvPr id="303" name="Rectangle 342"/>
          <p:cNvSpPr/>
          <p:nvPr/>
        </p:nvSpPr>
        <p:spPr>
          <a:xfrm>
            <a:off x="590400" y="22096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Une vente nominative</a:t>
            </a:r>
            <a:endParaRPr lang="en-US" sz="2170" b="0" u="none" strike="noStrike">
              <a:solidFill>
                <a:srgbClr val="000000"/>
              </a:solidFill>
              <a:effectLst/>
              <a:uFillTx/>
              <a:latin typeface="Arial"/>
            </a:endParaRPr>
          </a:p>
        </p:txBody>
      </p:sp>
      <p:sp>
        <p:nvSpPr>
          <p:cNvPr id="304" name="Rectangle 343"/>
          <p:cNvSpPr/>
          <p:nvPr/>
        </p:nvSpPr>
        <p:spPr>
          <a:xfrm>
            <a:off x="590400" y="26668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Le vendeur sélectionne un adhérent, prépare ses achats et enregistre le règlement.</a:t>
            </a:r>
            <a:endParaRPr lang="en-US" sz="1870" b="0" u="none" strike="noStrike">
              <a:solidFill>
                <a:srgbClr val="000000"/>
              </a:solidFill>
              <a:effectLst/>
              <a:uFillTx/>
              <a:latin typeface="Arial"/>
            </a:endParaRPr>
          </a:p>
        </p:txBody>
      </p:sp>
      <p:sp>
        <p:nvSpPr>
          <p:cNvPr id="305" name="Rectangle 344"/>
          <p:cNvSpPr/>
          <p:nvPr/>
        </p:nvSpPr>
        <p:spPr>
          <a:xfrm>
            <a:off x="6334200" y="22096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Un panier, plusieurs achats</a:t>
            </a:r>
            <a:endParaRPr lang="en-US" sz="2170" b="0" u="none" strike="noStrike">
              <a:solidFill>
                <a:srgbClr val="000000"/>
              </a:solidFill>
              <a:effectLst/>
              <a:uFillTx/>
              <a:latin typeface="Arial"/>
            </a:endParaRPr>
          </a:p>
        </p:txBody>
      </p:sp>
      <p:sp>
        <p:nvSpPr>
          <p:cNvPr id="306" name="Rectangle 345"/>
          <p:cNvSpPr/>
          <p:nvPr/>
        </p:nvSpPr>
        <p:spPr>
          <a:xfrm>
            <a:off x="6334200" y="26668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La page regroupe les produits proposés par le club : cartes de tournois, adhésions, licences, cours ou autres articles selon le catalogue.</a:t>
            </a:r>
            <a:endParaRPr lang="en-US" sz="1870" b="0" u="none" strike="noStrike">
              <a:solidFill>
                <a:srgbClr val="000000"/>
              </a:solidFill>
              <a:effectLst/>
              <a:uFillTx/>
              <a:latin typeface="Arial"/>
            </a:endParaRPr>
          </a:p>
        </p:txBody>
      </p:sp>
      <p:sp>
        <p:nvSpPr>
          <p:cNvPr id="307" name="Rectangle 346"/>
          <p:cNvSpPr/>
          <p:nvPr/>
        </p:nvSpPr>
        <p:spPr>
          <a:xfrm>
            <a:off x="590400" y="4572000"/>
            <a:ext cx="3523320" cy="713160"/>
          </a:xfrm>
          <a:prstGeom prst="rect">
            <a:avLst/>
          </a:prstGeom>
          <a:solidFill>
            <a:srgbClr val="D6EBE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8" name="Rectangle 347"/>
          <p:cNvSpPr/>
          <p:nvPr/>
        </p:nvSpPr>
        <p:spPr>
          <a:xfrm>
            <a:off x="743040" y="4781520"/>
            <a:ext cx="32374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1" u="none" strike="noStrike">
                <a:solidFill>
                  <a:srgbClr val="111111"/>
                </a:solidFill>
                <a:effectLst/>
                <a:uFillTx/>
                <a:latin typeface="Franklin Gothic Book"/>
                <a:ea typeface="Franklin Gothic Book"/>
              </a:rPr>
              <a:t>1. Adhérent et date</a:t>
            </a:r>
            <a:endParaRPr lang="en-US" sz="1800" b="0" u="none" strike="noStrike">
              <a:solidFill>
                <a:srgbClr val="000000"/>
              </a:solidFill>
              <a:effectLst/>
              <a:uFillTx/>
              <a:latin typeface="Arial"/>
            </a:endParaRPr>
          </a:p>
        </p:txBody>
      </p:sp>
      <p:sp>
        <p:nvSpPr>
          <p:cNvPr id="309" name="Rectangle 348"/>
          <p:cNvSpPr/>
          <p:nvPr/>
        </p:nvSpPr>
        <p:spPr>
          <a:xfrm>
            <a:off x="4334040" y="4572000"/>
            <a:ext cx="3523320" cy="713160"/>
          </a:xfrm>
          <a:prstGeom prst="rect">
            <a:avLst/>
          </a:prstGeom>
          <a:solidFill>
            <a:srgbClr val="F9D448"/>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0" name="Rectangle 349"/>
          <p:cNvSpPr/>
          <p:nvPr/>
        </p:nvSpPr>
        <p:spPr>
          <a:xfrm>
            <a:off x="4486320" y="4781520"/>
            <a:ext cx="32374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1" u="none" strike="noStrike">
                <a:solidFill>
                  <a:srgbClr val="111111"/>
                </a:solidFill>
                <a:effectLst/>
                <a:uFillTx/>
                <a:latin typeface="Franklin Gothic Book"/>
                <a:ea typeface="Franklin Gothic Book"/>
              </a:rPr>
              <a:t>2. Produits et bénéficiaires</a:t>
            </a:r>
            <a:endParaRPr lang="en-US" sz="1800" b="0" u="none" strike="noStrike">
              <a:solidFill>
                <a:srgbClr val="000000"/>
              </a:solidFill>
              <a:effectLst/>
              <a:uFillTx/>
              <a:latin typeface="Arial"/>
            </a:endParaRPr>
          </a:p>
        </p:txBody>
      </p:sp>
      <p:sp>
        <p:nvSpPr>
          <p:cNvPr id="311" name="Rectangle 350"/>
          <p:cNvSpPr/>
          <p:nvPr/>
        </p:nvSpPr>
        <p:spPr>
          <a:xfrm>
            <a:off x="8077320" y="4572000"/>
            <a:ext cx="3523320" cy="713160"/>
          </a:xfrm>
          <a:prstGeom prst="rect">
            <a:avLst/>
          </a:prstGeom>
          <a:solidFill>
            <a:srgbClr val="D6EBE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2" name="Rectangle 351"/>
          <p:cNvSpPr/>
          <p:nvPr/>
        </p:nvSpPr>
        <p:spPr>
          <a:xfrm>
            <a:off x="8229600" y="4781520"/>
            <a:ext cx="32374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1" u="none" strike="noStrike">
                <a:solidFill>
                  <a:srgbClr val="111111"/>
                </a:solidFill>
                <a:effectLst/>
                <a:uFillTx/>
                <a:latin typeface="Franklin Gothic Book"/>
                <a:ea typeface="Franklin Gothic Book"/>
              </a:rPr>
              <a:t>3. Paiement et validation</a:t>
            </a:r>
            <a:endParaRPr lang="en-US" sz="1800" b="0" u="none" strike="noStrike">
              <a:solidFill>
                <a:srgbClr val="000000"/>
              </a:solidFill>
              <a:effectLst/>
              <a:uFillTx/>
              <a:latin typeface="Arial"/>
            </a:endParaRPr>
          </a:p>
        </p:txBody>
      </p:sp>
      <p:sp>
        <p:nvSpPr>
          <p:cNvPr id="313" name="Rectangle 352"/>
          <p:cNvSpPr/>
          <p:nvPr/>
        </p:nvSpPr>
        <p:spPr>
          <a:xfrm>
            <a:off x="590400" y="5734080"/>
            <a:ext cx="10762200" cy="3988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00" b="1" u="none" strike="noStrike">
                <a:solidFill>
                  <a:srgbClr val="5C7F3E"/>
                </a:solidFill>
                <a:effectLst/>
                <a:uFillTx/>
                <a:latin typeface="Franklin Gothic Book"/>
                <a:ea typeface="Franklin Gothic Book"/>
              </a:rPr>
              <a:t>La vente alimente le suivi des achats et la comptabilité du club.</a:t>
            </a:r>
            <a:endParaRPr lang="en-US" sz="2100" b="0" u="none" strike="noStrike">
              <a:solidFill>
                <a:srgbClr val="000000"/>
              </a:solidFill>
              <a:effectLst/>
              <a:uFillTx/>
              <a:latin typeface="Arial"/>
            </a:endParaRPr>
          </a:p>
        </p:txBody>
      </p:sp>
      <p:pic>
        <p:nvPicPr>
          <p:cNvPr id="314" name="BCSTO modèle 354"/>
          <p:cNvPicPr/>
          <p:nvPr/>
        </p:nvPicPr>
        <p:blipFill>
          <a:blip r:embed="rId1"/>
          <a:stretch/>
        </p:blipFill>
        <p:spPr>
          <a:xfrm>
            <a:off x="11334600" y="228600"/>
            <a:ext cx="456480" cy="456480"/>
          </a:xfrm>
          <a:prstGeom prst="rect">
            <a:avLst/>
          </a:prstGeom>
          <a:noFill/>
          <a:ln w="0">
            <a:noFill/>
          </a:ln>
        </p:spPr>
      </p:pic>
      <p:sp>
        <p:nvSpPr>
          <p:cNvPr id="315" name="BCSTO modèle 355"/>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16"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17"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10</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Rectangle 353"/>
          <p:cNvSpPr/>
          <p:nvPr/>
        </p:nvSpPr>
        <p:spPr>
          <a:xfrm>
            <a:off x="590400" y="228600"/>
            <a:ext cx="10762200" cy="665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3600" b="1" u="none" strike="noStrike">
                <a:solidFill>
                  <a:srgbClr val="111111"/>
                </a:solidFill>
                <a:effectLst/>
                <a:uFillTx/>
                <a:latin typeface="Franklin Gothic Book"/>
                <a:ea typeface="Franklin Gothic Book"/>
              </a:rPr>
              <a:t>Composition du panier</a:t>
            </a:r>
            <a:endParaRPr lang="en-US" sz="3600" b="0" u="none" strike="noStrike">
              <a:solidFill>
                <a:srgbClr val="000000"/>
              </a:solidFill>
              <a:effectLst/>
              <a:uFillTx/>
              <a:latin typeface="Arial"/>
            </a:endParaRPr>
          </a:p>
        </p:txBody>
      </p:sp>
      <p:sp>
        <p:nvSpPr>
          <p:cNvPr id="319" name="Rectangle 355"/>
          <p:cNvSpPr/>
          <p:nvPr/>
        </p:nvSpPr>
        <p:spPr>
          <a:xfrm>
            <a:off x="590400" y="1495440"/>
            <a:ext cx="10952640" cy="437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0" u="none" strike="noStrike">
                <a:solidFill>
                  <a:srgbClr val="5C7F3E"/>
                </a:solidFill>
                <a:effectLst/>
                <a:uFillTx/>
                <a:latin typeface="Franklin Gothic Book"/>
                <a:ea typeface="Franklin Gothic Book"/>
              </a:rPr>
              <a:t>Acheteur, bénéficiaires et montant à régler</a:t>
            </a:r>
            <a:endParaRPr lang="en-US" sz="1800" b="0" u="none" strike="noStrike">
              <a:solidFill>
                <a:srgbClr val="000000"/>
              </a:solidFill>
              <a:effectLst/>
              <a:uFillTx/>
              <a:latin typeface="Arial"/>
            </a:endParaRPr>
          </a:p>
        </p:txBody>
      </p:sp>
      <p:sp>
        <p:nvSpPr>
          <p:cNvPr id="320" name="Rectangle 357"/>
          <p:cNvSpPr/>
          <p:nvPr/>
        </p:nvSpPr>
        <p:spPr>
          <a:xfrm>
            <a:off x="590400" y="21430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Choix de l’adhérent</a:t>
            </a:r>
            <a:endParaRPr lang="en-US" sz="2170" b="0" u="none" strike="noStrike">
              <a:solidFill>
                <a:srgbClr val="000000"/>
              </a:solidFill>
              <a:effectLst/>
              <a:uFillTx/>
              <a:latin typeface="Arial"/>
            </a:endParaRPr>
          </a:p>
        </p:txBody>
      </p:sp>
      <p:sp>
        <p:nvSpPr>
          <p:cNvPr id="321" name="Rectangle 358"/>
          <p:cNvSpPr/>
          <p:nvPr/>
        </p:nvSpPr>
        <p:spPr>
          <a:xfrm>
            <a:off x="590400" y="26002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Vérifier la date de vente, puis sélectionner l’adhérent dans le champ de recherche. BCSTO affiche sa situation d’adhésion et de licence.</a:t>
            </a:r>
            <a:endParaRPr lang="en-US" sz="1870" b="0" u="none" strike="noStrike">
              <a:solidFill>
                <a:srgbClr val="000000"/>
              </a:solidFill>
              <a:effectLst/>
              <a:uFillTx/>
              <a:latin typeface="Arial"/>
            </a:endParaRPr>
          </a:p>
        </p:txBody>
      </p:sp>
      <p:sp>
        <p:nvSpPr>
          <p:cNvPr id="322" name="Rectangle 359"/>
          <p:cNvSpPr/>
          <p:nvPr/>
        </p:nvSpPr>
        <p:spPr>
          <a:xfrm>
            <a:off x="6334200" y="21430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Ajout et correction des articles</a:t>
            </a:r>
            <a:endParaRPr lang="en-US" sz="2170" b="0" u="none" strike="noStrike">
              <a:solidFill>
                <a:srgbClr val="000000"/>
              </a:solidFill>
              <a:effectLst/>
              <a:uFillTx/>
              <a:latin typeface="Arial"/>
            </a:endParaRPr>
          </a:p>
        </p:txBody>
      </p:sp>
      <p:sp>
        <p:nvSpPr>
          <p:cNvPr id="323" name="Rectangle 360"/>
          <p:cNvSpPr/>
          <p:nvPr/>
        </p:nvSpPr>
        <p:spPr>
          <a:xfrm>
            <a:off x="6334200" y="26002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Cliquer sur un produit pour l’ajouter. La corbeille retire une ligne. La modification du prix dépend des droits du vendeur.</a:t>
            </a:r>
            <a:endParaRPr lang="en-US" sz="1870" b="0" u="none" strike="noStrike">
              <a:solidFill>
                <a:srgbClr val="000000"/>
              </a:solidFill>
              <a:effectLst/>
              <a:uFillTx/>
              <a:latin typeface="Arial"/>
            </a:endParaRPr>
          </a:p>
        </p:txBody>
      </p:sp>
      <p:sp>
        <p:nvSpPr>
          <p:cNvPr id="324" name="Rectangle 361"/>
          <p:cNvSpPr/>
          <p:nvPr/>
        </p:nvSpPr>
        <p:spPr>
          <a:xfrm>
            <a:off x="590400" y="419112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Bénéficiaires des achats</a:t>
            </a:r>
            <a:endParaRPr lang="en-US" sz="2170" b="0" u="none" strike="noStrike">
              <a:solidFill>
                <a:srgbClr val="000000"/>
              </a:solidFill>
              <a:effectLst/>
              <a:uFillTx/>
              <a:latin typeface="Arial"/>
            </a:endParaRPr>
          </a:p>
        </p:txBody>
      </p:sp>
      <p:sp>
        <p:nvSpPr>
          <p:cNvPr id="325" name="Rectangle 362"/>
          <p:cNvSpPr/>
          <p:nvPr/>
        </p:nvSpPr>
        <p:spPr>
          <a:xfrm>
            <a:off x="590400" y="464832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Le nom sous un article permet de choisir un autre bénéficiaire. Un produit couplé demande de sélectionner le deuxième membre.</a:t>
            </a:r>
            <a:endParaRPr lang="en-US" sz="1870" b="0" u="none" strike="noStrike">
              <a:solidFill>
                <a:srgbClr val="000000"/>
              </a:solidFill>
              <a:effectLst/>
              <a:uFillTx/>
              <a:latin typeface="Arial"/>
            </a:endParaRPr>
          </a:p>
        </p:txBody>
      </p:sp>
      <p:sp>
        <p:nvSpPr>
          <p:cNvPr id="326" name="Rectangle 363"/>
          <p:cNvSpPr/>
          <p:nvPr/>
        </p:nvSpPr>
        <p:spPr>
          <a:xfrm>
            <a:off x="6334200" y="419112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Dette et avoir disponibles</a:t>
            </a:r>
            <a:endParaRPr lang="en-US" sz="2170" b="0" u="none" strike="noStrike">
              <a:solidFill>
                <a:srgbClr val="000000"/>
              </a:solidFill>
              <a:effectLst/>
              <a:uFillTx/>
              <a:latin typeface="Arial"/>
            </a:endParaRPr>
          </a:p>
        </p:txBody>
      </p:sp>
      <p:sp>
        <p:nvSpPr>
          <p:cNvPr id="327" name="Rectangle 364"/>
          <p:cNvSpPr/>
          <p:nvPr/>
        </p:nvSpPr>
        <p:spPr>
          <a:xfrm>
            <a:off x="6334200" y="464832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La dette augmente le total et l’avoir le réduit. Les interrupteurs permettent d’inclure ou d’écarter chacun de ces montants.</a:t>
            </a:r>
            <a:endParaRPr lang="en-US" sz="1870" b="0" u="none" strike="noStrike">
              <a:solidFill>
                <a:srgbClr val="000000"/>
              </a:solidFill>
              <a:effectLst/>
              <a:uFillTx/>
              <a:latin typeface="Arial"/>
            </a:endParaRPr>
          </a:p>
        </p:txBody>
      </p:sp>
      <p:pic>
        <p:nvPicPr>
          <p:cNvPr id="328" name="BCSTO modèle 366"/>
          <p:cNvPicPr/>
          <p:nvPr/>
        </p:nvPicPr>
        <p:blipFill>
          <a:blip r:embed="rId1"/>
          <a:stretch/>
        </p:blipFill>
        <p:spPr>
          <a:xfrm>
            <a:off x="11334600" y="228600"/>
            <a:ext cx="456480" cy="456480"/>
          </a:xfrm>
          <a:prstGeom prst="rect">
            <a:avLst/>
          </a:prstGeom>
          <a:noFill/>
          <a:ln w="0">
            <a:noFill/>
          </a:ln>
        </p:spPr>
      </p:pic>
      <p:sp>
        <p:nvSpPr>
          <p:cNvPr id="329" name="BCSTO modèle 367"/>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30"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31"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11</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ectangle 365"/>
          <p:cNvSpPr/>
          <p:nvPr/>
        </p:nvSpPr>
        <p:spPr>
          <a:xfrm>
            <a:off x="590400" y="228600"/>
            <a:ext cx="10762200" cy="665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3600" b="1" u="none" strike="noStrike">
                <a:solidFill>
                  <a:srgbClr val="111111"/>
                </a:solidFill>
                <a:effectLst/>
                <a:uFillTx/>
                <a:latin typeface="Franklin Gothic Book"/>
                <a:ea typeface="Franklin Gothic Book"/>
              </a:rPr>
              <a:t>Modes de règlement</a:t>
            </a:r>
            <a:endParaRPr lang="en-US" sz="3600" b="0" u="none" strike="noStrike">
              <a:solidFill>
                <a:srgbClr val="000000"/>
              </a:solidFill>
              <a:effectLst/>
              <a:uFillTx/>
              <a:latin typeface="Arial"/>
            </a:endParaRPr>
          </a:p>
        </p:txBody>
      </p:sp>
      <p:sp>
        <p:nvSpPr>
          <p:cNvPr id="333" name="Rectangle 367"/>
          <p:cNvSpPr/>
          <p:nvPr/>
        </p:nvSpPr>
        <p:spPr>
          <a:xfrm>
            <a:off x="590400" y="1495440"/>
            <a:ext cx="10952640" cy="437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0" u="none" strike="noStrike">
                <a:solidFill>
                  <a:srgbClr val="5C7F3E"/>
                </a:solidFill>
                <a:effectLst/>
                <a:uFillTx/>
                <a:latin typeface="Franklin Gothic Book"/>
                <a:ea typeface="Franklin Gothic Book"/>
              </a:rPr>
              <a:t>Le mode choisi détermine le traitement de la vente</a:t>
            </a:r>
            <a:endParaRPr lang="en-US" sz="1800" b="0" u="none" strike="noStrike">
              <a:solidFill>
                <a:srgbClr val="000000"/>
              </a:solidFill>
              <a:effectLst/>
              <a:uFillTx/>
              <a:latin typeface="Arial"/>
            </a:endParaRPr>
          </a:p>
        </p:txBody>
      </p:sp>
      <p:graphicFrame>
        <p:nvGraphicFramePr>
          <p:cNvPr id="334" name="Tableau 369"/>
          <p:cNvGraphicFramePr/>
          <p:nvPr/>
        </p:nvGraphicFramePr>
        <p:xfrm>
          <a:off x="590400" y="2143080"/>
          <a:ext cx="10953360" cy="3409200"/>
        </p:xfrm>
        <a:graphic>
          <a:graphicData uri="http://schemas.openxmlformats.org/drawingml/2006/table">
            <a:tbl>
              <a:tblPr/>
              <a:tblGrid>
                <a:gridCol w="1809720"/>
                <a:gridCol w="9144000"/>
              </a:tblGrid>
              <a:tr h="457200">
                <a:tc>
                  <a:txBody>
                    <a:bodyPr anchor="t">
                      <a:noAutofit/>
                    </a:bodyPr>
                    <a:p>
                      <a:pPr defTabSz="914400">
                        <a:lnSpc>
                          <a:spcPct val="100000"/>
                        </a:lnSpc>
                      </a:pPr>
                      <a:r>
                        <a:rPr lang="en-US" sz="1800" b="1" u="none" strike="noStrike">
                          <a:solidFill>
                            <a:srgbClr val="FFFFFF"/>
                          </a:solidFill>
                          <a:effectLst/>
                          <a:uFillTx/>
                          <a:latin typeface="Franklin Gothic Book"/>
                          <a:ea typeface="Franklin Gothic Book"/>
                        </a:rPr>
                        <a:t>Mode</a:t>
                      </a:r>
                      <a:endParaRPr lang="en-US" sz="1800" b="0" u="none" strike="noStrike">
                        <a:solidFill>
                          <a:srgbClr val="FFFFFF"/>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2B6743"/>
                    </a:solidFill>
                  </a:tcPr>
                </a:tc>
                <a:tc>
                  <a:txBody>
                    <a:bodyPr anchor="t">
                      <a:noAutofit/>
                    </a:bodyPr>
                    <a:p>
                      <a:pPr defTabSz="914400">
                        <a:lnSpc>
                          <a:spcPct val="100000"/>
                        </a:lnSpc>
                      </a:pPr>
                      <a:r>
                        <a:rPr lang="en-US" sz="1800" b="1" u="none" strike="noStrike">
                          <a:solidFill>
                            <a:srgbClr val="FFFFFF"/>
                          </a:solidFill>
                          <a:effectLst/>
                          <a:uFillTx/>
                          <a:latin typeface="Franklin Gothic Book"/>
                          <a:ea typeface="Franklin Gothic Book"/>
                        </a:rPr>
                        <a:t>Action du vendeur et traitement</a:t>
                      </a:r>
                      <a:endParaRPr lang="en-US" sz="1800" b="0" u="none" strike="noStrike">
                        <a:solidFill>
                          <a:srgbClr val="FFFFFF"/>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2B6743"/>
                    </a:solidFill>
                  </a:tcPr>
                </a:tc>
              </a:tr>
              <a:tr h="590400">
                <a:tc>
                  <a:txBody>
                    <a:bodyPr anchor="t">
                      <a:noAutofit/>
                    </a:bodyPr>
                    <a:p>
                      <a:pPr defTabSz="914400">
                        <a:lnSpc>
                          <a:spcPct val="100000"/>
                        </a:lnSpc>
                      </a:pPr>
                      <a:r>
                        <a:rPr lang="en-US" sz="1800" b="1" u="none" strike="noStrike">
                          <a:solidFill>
                            <a:srgbClr val="234231"/>
                          </a:solidFill>
                          <a:effectLst/>
                          <a:uFillTx/>
                          <a:latin typeface="Franklin Gothic Book"/>
                          <a:ea typeface="Franklin Gothic Book"/>
                        </a:rPr>
                        <a:t>Espèces</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c>
                  <a:txBody>
                    <a:bodyPr anchor="t">
                      <a:noAutofit/>
                    </a:bodyPr>
                    <a:p>
                      <a:pPr defTabSz="914400">
                        <a:lnSpc>
                          <a:spcPct val="100000"/>
                        </a:lnSpc>
                      </a:pPr>
                      <a:r>
                        <a:rPr lang="en-US" sz="1800" b="0" u="none" strike="noStrike">
                          <a:solidFill>
                            <a:srgbClr val="234231"/>
                          </a:solidFill>
                          <a:effectLst/>
                          <a:uFillTx/>
                          <a:latin typeface="Franklin Gothic Book"/>
                          <a:ea typeface="Franklin Gothic Book"/>
                        </a:rPr>
                        <a:t>Recevoir le règlement, puis confirmer le panier.</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r>
              <a:tr h="590400">
                <a:tc>
                  <a:txBody>
                    <a:bodyPr anchor="t">
                      <a:noAutofit/>
                    </a:bodyPr>
                    <a:p>
                      <a:pPr defTabSz="914400">
                        <a:lnSpc>
                          <a:spcPct val="100000"/>
                        </a:lnSpc>
                      </a:pPr>
                      <a:r>
                        <a:rPr lang="en-US" sz="1800" b="1" u="none" strike="noStrike">
                          <a:solidFill>
                            <a:srgbClr val="234231"/>
                          </a:solidFill>
                          <a:effectLst/>
                          <a:uFillTx/>
                          <a:latin typeface="Franklin Gothic Book"/>
                          <a:ea typeface="Franklin Gothic Book"/>
                        </a:rPr>
                        <a:t>Chèque</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6F9F6"/>
                    </a:solidFill>
                  </a:tcPr>
                </a:tc>
                <a:tc>
                  <a:txBody>
                    <a:bodyPr anchor="t">
                      <a:noAutofit/>
                    </a:bodyPr>
                    <a:p>
                      <a:pPr defTabSz="914400">
                        <a:lnSpc>
                          <a:spcPct val="100000"/>
                        </a:lnSpc>
                      </a:pPr>
                      <a:r>
                        <a:rPr lang="en-US" sz="1800" b="0" u="none" strike="noStrike">
                          <a:solidFill>
                            <a:srgbClr val="234231"/>
                          </a:solidFill>
                          <a:effectLst/>
                          <a:uFillTx/>
                          <a:latin typeface="Franklin Gothic Book"/>
                          <a:ea typeface="Franklin Gothic Book"/>
                        </a:rPr>
                        <a:t>Renseigner la banque et le numéro de chèque, puis confirmer.</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6F9F6"/>
                    </a:solidFill>
                  </a:tcPr>
                </a:tc>
              </a:tr>
              <a:tr h="590400">
                <a:tc>
                  <a:txBody>
                    <a:bodyPr anchor="t">
                      <a:noAutofit/>
                    </a:bodyPr>
                    <a:p>
                      <a:pPr defTabSz="914400">
                        <a:lnSpc>
                          <a:spcPct val="100000"/>
                        </a:lnSpc>
                      </a:pPr>
                      <a:r>
                        <a:rPr lang="en-US" sz="1800" b="1" u="none" strike="noStrike">
                          <a:solidFill>
                            <a:srgbClr val="234231"/>
                          </a:solidFill>
                          <a:effectLst/>
                          <a:uFillTx/>
                          <a:latin typeface="Franklin Gothic Book"/>
                          <a:ea typeface="Franklin Gothic Book"/>
                        </a:rPr>
                        <a:t>Virement</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c>
                  <a:txBody>
                    <a:bodyPr anchor="t">
                      <a:noAutofit/>
                    </a:bodyPr>
                    <a:p>
                      <a:pPr defTabSz="914400">
                        <a:lnSpc>
                          <a:spcPct val="100000"/>
                        </a:lnSpc>
                      </a:pPr>
                      <a:r>
                        <a:rPr lang="en-US" sz="1800" b="0" u="none" strike="noStrike">
                          <a:solidFill>
                            <a:srgbClr val="234231"/>
                          </a:solidFill>
                          <a:effectLst/>
                          <a:uFillTx/>
                          <a:latin typeface="Franklin Gothic Book"/>
                          <a:ea typeface="Franklin Gothic Book"/>
                        </a:rPr>
                        <a:t>Enregistrer le virement annoncé. La dette reste à solder lors du rapprochement.</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r>
              <a:tr h="590400">
                <a:tc>
                  <a:txBody>
                    <a:bodyPr anchor="t">
                      <a:noAutofit/>
                    </a:bodyPr>
                    <a:p>
                      <a:pPr defTabSz="914400">
                        <a:lnSpc>
                          <a:spcPct val="100000"/>
                        </a:lnSpc>
                      </a:pPr>
                      <a:r>
                        <a:rPr lang="en-US" sz="1800" b="1" u="none" strike="noStrike">
                          <a:solidFill>
                            <a:srgbClr val="234231"/>
                          </a:solidFill>
                          <a:effectLst/>
                          <a:uFillTx/>
                          <a:latin typeface="Franklin Gothic Book"/>
                          <a:ea typeface="Franklin Gothic Book"/>
                        </a:rPr>
                        <a:t>Avance</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6F9F6"/>
                    </a:solidFill>
                  </a:tcPr>
                </a:tc>
                <a:tc>
                  <a:txBody>
                    <a:bodyPr anchor="t">
                      <a:noAutofit/>
                    </a:bodyPr>
                    <a:p>
                      <a:pPr defTabSz="914400">
                        <a:lnSpc>
                          <a:spcPct val="100000"/>
                        </a:lnSpc>
                      </a:pPr>
                      <a:r>
                        <a:rPr lang="en-US" sz="1800" b="0" u="none" strike="noStrike">
                          <a:solidFill>
                            <a:srgbClr val="234231"/>
                          </a:solidFill>
                          <a:effectLst/>
                          <a:uFillTx/>
                          <a:latin typeface="Franklin Gothic Book"/>
                          <a:ea typeface="Franklin Gothic Book"/>
                        </a:rPr>
                        <a:t>Enregistrer l’achat à crédit. Une dette reste à régler par l’adhérent.</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6F9F6"/>
                    </a:solidFill>
                  </a:tcPr>
                </a:tc>
              </a:tr>
              <a:tr h="590400">
                <a:tc>
                  <a:txBody>
                    <a:bodyPr anchor="t">
                      <a:noAutofit/>
                    </a:bodyPr>
                    <a:p>
                      <a:pPr defTabSz="914400">
                        <a:lnSpc>
                          <a:spcPct val="100000"/>
                        </a:lnSpc>
                      </a:pPr>
                      <a:r>
                        <a:rPr lang="en-US" sz="1800" b="1" u="none" strike="noStrike">
                          <a:solidFill>
                            <a:srgbClr val="234231"/>
                          </a:solidFill>
                          <a:effectLst/>
                          <a:uFillTx/>
                          <a:latin typeface="Franklin Gothic Book"/>
                          <a:ea typeface="Franklin Gothic Book"/>
                        </a:rPr>
                        <a:t>Carte</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c>
                  <a:txBody>
                    <a:bodyPr anchor="t">
                      <a:noAutofit/>
                    </a:bodyPr>
                    <a:p>
                      <a:pPr defTabSz="914400">
                        <a:lnSpc>
                          <a:spcPct val="100000"/>
                        </a:lnSpc>
                      </a:pPr>
                      <a:r>
                        <a:rPr lang="en-US" sz="1800" b="0" u="none" strike="noStrike">
                          <a:solidFill>
                            <a:srgbClr val="234231"/>
                          </a:solidFill>
                          <a:effectLst/>
                          <a:uFillTx/>
                          <a:latin typeface="Franklin Gothic Book"/>
                          <a:ea typeface="Franklin Gothic Book"/>
                        </a:rPr>
                        <a:t>Lancer le paiement sur le TPE disponible, puis attendre sa confirmation.</a:t>
                      </a:r>
                      <a:endParaRPr lang="en-US" sz="1800" b="0" u="none" strike="noStrike">
                        <a:solidFill>
                          <a:srgbClr val="000000"/>
                        </a:solidFill>
                        <a:effectLst/>
                        <a:uFillTx/>
                        <a:latin typeface="Arial"/>
                      </a:endParaRPr>
                    </a:p>
                  </a:txBody>
                  <a:tcPr anchor="t" marL="91440" marR="91440" marT="45720" marB="4572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AF3EB"/>
                    </a:solidFill>
                  </a:tcPr>
                </a:tc>
              </a:tr>
            </a:tbl>
          </a:graphicData>
        </a:graphic>
      </p:graphicFrame>
      <p:sp>
        <p:nvSpPr>
          <p:cNvPr id="335" name="Rectangle 370"/>
          <p:cNvSpPr/>
          <p:nvPr/>
        </p:nvSpPr>
        <p:spPr>
          <a:xfrm>
            <a:off x="590400" y="5981760"/>
            <a:ext cx="10857600" cy="379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1" u="none" strike="noStrike">
                <a:solidFill>
                  <a:srgbClr val="5C7F3E"/>
                </a:solidFill>
                <a:effectLst/>
                <a:uFillTx/>
                <a:latin typeface="Franklin Gothic Book"/>
                <a:ea typeface="Franklin Gothic Book"/>
              </a:rPr>
              <a:t>Un virement annoncé ou une avance ne constitue pas un encaissement reçu.</a:t>
            </a:r>
            <a:endParaRPr lang="en-US" sz="1870" b="0" u="none" strike="noStrike">
              <a:solidFill>
                <a:srgbClr val="000000"/>
              </a:solidFill>
              <a:effectLst/>
              <a:uFillTx/>
              <a:latin typeface="Arial"/>
            </a:endParaRPr>
          </a:p>
        </p:txBody>
      </p:sp>
      <p:pic>
        <p:nvPicPr>
          <p:cNvPr id="336" name="BCSTO modèle 372"/>
          <p:cNvPicPr/>
          <p:nvPr/>
        </p:nvPicPr>
        <p:blipFill>
          <a:blip r:embed="rId1"/>
          <a:stretch/>
        </p:blipFill>
        <p:spPr>
          <a:xfrm>
            <a:off x="11334600" y="228600"/>
            <a:ext cx="456480" cy="456480"/>
          </a:xfrm>
          <a:prstGeom prst="rect">
            <a:avLst/>
          </a:prstGeom>
          <a:noFill/>
          <a:ln w="0">
            <a:noFill/>
          </a:ln>
        </p:spPr>
      </p:pic>
      <p:sp>
        <p:nvSpPr>
          <p:cNvPr id="337" name="BCSTO modèle 373"/>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38"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39"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12</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Rectangle 371"/>
          <p:cNvSpPr/>
          <p:nvPr/>
        </p:nvSpPr>
        <p:spPr>
          <a:xfrm>
            <a:off x="590400" y="228600"/>
            <a:ext cx="10762200" cy="665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3600" b="1" u="none" strike="noStrike">
                <a:solidFill>
                  <a:srgbClr val="111111"/>
                </a:solidFill>
                <a:effectLst/>
                <a:uFillTx/>
                <a:latin typeface="Franklin Gothic Book"/>
                <a:ea typeface="Franklin Gothic Book"/>
              </a:rPr>
              <a:t>Paiement par carte au club</a:t>
            </a:r>
            <a:endParaRPr lang="en-US" sz="3600" b="0" u="none" strike="noStrike">
              <a:solidFill>
                <a:srgbClr val="000000"/>
              </a:solidFill>
              <a:effectLst/>
              <a:uFillTx/>
              <a:latin typeface="Arial"/>
            </a:endParaRPr>
          </a:p>
        </p:txBody>
      </p:sp>
      <p:sp>
        <p:nvSpPr>
          <p:cNvPr id="341" name="Rectangle 373"/>
          <p:cNvSpPr/>
          <p:nvPr/>
        </p:nvSpPr>
        <p:spPr>
          <a:xfrm>
            <a:off x="590400" y="1495440"/>
            <a:ext cx="10952640" cy="437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0" u="none" strike="noStrike">
                <a:solidFill>
                  <a:srgbClr val="5C7F3E"/>
                </a:solidFill>
                <a:effectLst/>
                <a:uFillTx/>
                <a:latin typeface="Franklin Gothic Book"/>
                <a:ea typeface="Franklin Gothic Book"/>
              </a:rPr>
              <a:t>Vente sur PC et encaissement sur le TPE</a:t>
            </a:r>
            <a:endParaRPr lang="en-US" sz="1800" b="0" u="none" strike="noStrike">
              <a:solidFill>
                <a:srgbClr val="000000"/>
              </a:solidFill>
              <a:effectLst/>
              <a:uFillTx/>
              <a:latin typeface="Arial"/>
            </a:endParaRPr>
          </a:p>
        </p:txBody>
      </p:sp>
      <p:sp>
        <p:nvSpPr>
          <p:cNvPr id="342" name="Rectangle 375"/>
          <p:cNvSpPr/>
          <p:nvPr/>
        </p:nvSpPr>
        <p:spPr>
          <a:xfrm>
            <a:off x="590400" y="2190600"/>
            <a:ext cx="456120" cy="456120"/>
          </a:xfrm>
          <a:prstGeom prst="rect">
            <a:avLst/>
          </a:prstGeom>
          <a:solidFill>
            <a:srgbClr val="D6EBE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3" name="Rectangle 376"/>
          <p:cNvSpPr/>
          <p:nvPr/>
        </p:nvSpPr>
        <p:spPr>
          <a:xfrm>
            <a:off x="733320" y="2276640"/>
            <a:ext cx="3322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111111"/>
                </a:solidFill>
                <a:effectLst/>
                <a:uFillTx/>
                <a:latin typeface="Franklin Gothic Book"/>
                <a:ea typeface="Franklin Gothic Book"/>
              </a:rPr>
              <a:t>1</a:t>
            </a:r>
            <a:endParaRPr lang="en-US" sz="2170" b="0" u="none" strike="noStrike">
              <a:solidFill>
                <a:srgbClr val="000000"/>
              </a:solidFill>
              <a:effectLst/>
              <a:uFillTx/>
              <a:latin typeface="Arial"/>
            </a:endParaRPr>
          </a:p>
        </p:txBody>
      </p:sp>
      <p:sp>
        <p:nvSpPr>
          <p:cNvPr id="344" name="Rectangle 377"/>
          <p:cNvSpPr/>
          <p:nvPr/>
        </p:nvSpPr>
        <p:spPr>
          <a:xfrm>
            <a:off x="1285920" y="2190600"/>
            <a:ext cx="2665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Préparation</a:t>
            </a:r>
            <a:endParaRPr lang="en-US" sz="2170" b="0" u="none" strike="noStrike">
              <a:solidFill>
                <a:srgbClr val="000000"/>
              </a:solidFill>
              <a:effectLst/>
              <a:uFillTx/>
              <a:latin typeface="Arial"/>
            </a:endParaRPr>
          </a:p>
        </p:txBody>
      </p:sp>
      <p:sp>
        <p:nvSpPr>
          <p:cNvPr id="345" name="Rectangle 378"/>
          <p:cNvSpPr/>
          <p:nvPr/>
        </p:nvSpPr>
        <p:spPr>
          <a:xfrm>
            <a:off x="4095720" y="2190600"/>
            <a:ext cx="7237800" cy="9039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Préparer le panier sur le PC. Vérifier que le TPE est disponible, puis choisir « Carte ».</a:t>
            </a:r>
            <a:endParaRPr lang="en-US" sz="1870" b="0" u="none" strike="noStrike">
              <a:solidFill>
                <a:srgbClr val="000000"/>
              </a:solidFill>
              <a:effectLst/>
              <a:uFillTx/>
              <a:latin typeface="Arial"/>
            </a:endParaRPr>
          </a:p>
        </p:txBody>
      </p:sp>
      <p:sp>
        <p:nvSpPr>
          <p:cNvPr id="346" name="Rectangle 379"/>
          <p:cNvSpPr/>
          <p:nvPr/>
        </p:nvSpPr>
        <p:spPr>
          <a:xfrm>
            <a:off x="590400" y="3381480"/>
            <a:ext cx="456120" cy="456120"/>
          </a:xfrm>
          <a:prstGeom prst="rect">
            <a:avLst/>
          </a:prstGeom>
          <a:solidFill>
            <a:srgbClr val="F9D448"/>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7" name="Rectangle 380"/>
          <p:cNvSpPr/>
          <p:nvPr/>
        </p:nvSpPr>
        <p:spPr>
          <a:xfrm>
            <a:off x="733320" y="3467160"/>
            <a:ext cx="3322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111111"/>
                </a:solidFill>
                <a:effectLst/>
                <a:uFillTx/>
                <a:latin typeface="Franklin Gothic Book"/>
                <a:ea typeface="Franklin Gothic Book"/>
              </a:rPr>
              <a:t>2</a:t>
            </a:r>
            <a:endParaRPr lang="en-US" sz="2170" b="0" u="none" strike="noStrike">
              <a:solidFill>
                <a:srgbClr val="000000"/>
              </a:solidFill>
              <a:effectLst/>
              <a:uFillTx/>
              <a:latin typeface="Arial"/>
            </a:endParaRPr>
          </a:p>
        </p:txBody>
      </p:sp>
      <p:sp>
        <p:nvSpPr>
          <p:cNvPr id="348" name="Rectangle 381"/>
          <p:cNvSpPr/>
          <p:nvPr/>
        </p:nvSpPr>
        <p:spPr>
          <a:xfrm>
            <a:off x="1285920" y="3381480"/>
            <a:ext cx="2665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Lancement</a:t>
            </a:r>
            <a:endParaRPr lang="en-US" sz="2170" b="0" u="none" strike="noStrike">
              <a:solidFill>
                <a:srgbClr val="000000"/>
              </a:solidFill>
              <a:effectLst/>
              <a:uFillTx/>
              <a:latin typeface="Arial"/>
            </a:endParaRPr>
          </a:p>
        </p:txBody>
      </p:sp>
      <p:sp>
        <p:nvSpPr>
          <p:cNvPr id="349" name="Rectangle 382"/>
          <p:cNvSpPr/>
          <p:nvPr/>
        </p:nvSpPr>
        <p:spPr>
          <a:xfrm>
            <a:off x="4095720" y="3381480"/>
            <a:ext cx="7237800" cy="9039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Cliquer sur « Confirmer le panier ». Sur la tablette Android, ouvrir ppTPE et confirmer le montant demandé.</a:t>
            </a:r>
            <a:endParaRPr lang="en-US" sz="1870" b="0" u="none" strike="noStrike">
              <a:solidFill>
                <a:srgbClr val="000000"/>
              </a:solidFill>
              <a:effectLst/>
              <a:uFillTx/>
              <a:latin typeface="Arial"/>
            </a:endParaRPr>
          </a:p>
        </p:txBody>
      </p:sp>
      <p:sp>
        <p:nvSpPr>
          <p:cNvPr id="350" name="Rectangle 383"/>
          <p:cNvSpPr/>
          <p:nvPr/>
        </p:nvSpPr>
        <p:spPr>
          <a:xfrm>
            <a:off x="590400" y="4572000"/>
            <a:ext cx="456120" cy="456120"/>
          </a:xfrm>
          <a:prstGeom prst="rect">
            <a:avLst/>
          </a:prstGeom>
          <a:solidFill>
            <a:srgbClr val="D6EBE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1" name="Rectangle 384"/>
          <p:cNvSpPr/>
          <p:nvPr/>
        </p:nvSpPr>
        <p:spPr>
          <a:xfrm>
            <a:off x="733320" y="4657680"/>
            <a:ext cx="332280" cy="3322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111111"/>
                </a:solidFill>
                <a:effectLst/>
                <a:uFillTx/>
                <a:latin typeface="Franklin Gothic Book"/>
                <a:ea typeface="Franklin Gothic Book"/>
              </a:rPr>
              <a:t>3</a:t>
            </a:r>
            <a:endParaRPr lang="en-US" sz="2170" b="0" u="none" strike="noStrike">
              <a:solidFill>
                <a:srgbClr val="000000"/>
              </a:solidFill>
              <a:effectLst/>
              <a:uFillTx/>
              <a:latin typeface="Arial"/>
            </a:endParaRPr>
          </a:p>
        </p:txBody>
      </p:sp>
      <p:sp>
        <p:nvSpPr>
          <p:cNvPr id="352" name="Rectangle 385"/>
          <p:cNvSpPr/>
          <p:nvPr/>
        </p:nvSpPr>
        <p:spPr>
          <a:xfrm>
            <a:off x="1285920" y="4572000"/>
            <a:ext cx="2665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Encaissement</a:t>
            </a:r>
            <a:endParaRPr lang="en-US" sz="2170" b="0" u="none" strike="noStrike">
              <a:solidFill>
                <a:srgbClr val="000000"/>
              </a:solidFill>
              <a:effectLst/>
              <a:uFillTx/>
              <a:latin typeface="Arial"/>
            </a:endParaRPr>
          </a:p>
        </p:txBody>
      </p:sp>
      <p:sp>
        <p:nvSpPr>
          <p:cNvPr id="353" name="Rectangle 386"/>
          <p:cNvSpPr/>
          <p:nvPr/>
        </p:nvSpPr>
        <p:spPr>
          <a:xfrm>
            <a:off x="4095720" y="4572000"/>
            <a:ext cx="7237800" cy="9039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Faire régler l’adhérent sur le lecteur. Attendre le résultat du paiement et la confirmation de la vente.</a:t>
            </a:r>
            <a:endParaRPr lang="en-US" sz="1870" b="0" u="none" strike="noStrike">
              <a:solidFill>
                <a:srgbClr val="000000"/>
              </a:solidFill>
              <a:effectLst/>
              <a:uFillTx/>
              <a:latin typeface="Arial"/>
            </a:endParaRPr>
          </a:p>
        </p:txBody>
      </p:sp>
      <p:sp>
        <p:nvSpPr>
          <p:cNvPr id="354" name="Rectangle 387"/>
          <p:cNvSpPr/>
          <p:nvPr/>
        </p:nvSpPr>
        <p:spPr>
          <a:xfrm>
            <a:off x="590400" y="6048360"/>
            <a:ext cx="10952640" cy="379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1" u="none" strike="noStrike">
                <a:solidFill>
                  <a:srgbClr val="5C7F3E"/>
                </a:solidFill>
                <a:effectLst/>
                <a:uFillTx/>
                <a:latin typeface="Franklin Gothic Book"/>
                <a:ea typeface="Franklin Gothic Book"/>
              </a:rPr>
              <a:t>Si la connexion se coupe, vérifier le résultat du paiement avant de relancer.</a:t>
            </a:r>
            <a:endParaRPr lang="en-US" sz="1870" b="0" u="none" strike="noStrike">
              <a:solidFill>
                <a:srgbClr val="000000"/>
              </a:solidFill>
              <a:effectLst/>
              <a:uFillTx/>
              <a:latin typeface="Arial"/>
            </a:endParaRPr>
          </a:p>
        </p:txBody>
      </p:sp>
      <p:pic>
        <p:nvPicPr>
          <p:cNvPr id="355" name="BCSTO modèle 389"/>
          <p:cNvPicPr/>
          <p:nvPr/>
        </p:nvPicPr>
        <p:blipFill>
          <a:blip r:embed="rId1"/>
          <a:stretch/>
        </p:blipFill>
        <p:spPr>
          <a:xfrm>
            <a:off x="11334600" y="228600"/>
            <a:ext cx="456480" cy="456480"/>
          </a:xfrm>
          <a:prstGeom prst="rect">
            <a:avLst/>
          </a:prstGeom>
          <a:noFill/>
          <a:ln w="0">
            <a:noFill/>
          </a:ln>
        </p:spPr>
      </p:pic>
      <p:sp>
        <p:nvSpPr>
          <p:cNvPr id="356" name="BCSTO modèle 390"/>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57"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58"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13</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Rectangle 388"/>
          <p:cNvSpPr/>
          <p:nvPr/>
        </p:nvSpPr>
        <p:spPr>
          <a:xfrm>
            <a:off x="590400" y="228600"/>
            <a:ext cx="10762200" cy="665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3600" b="1" u="none" strike="noStrike">
                <a:solidFill>
                  <a:srgbClr val="111111"/>
                </a:solidFill>
                <a:effectLst/>
                <a:uFillTx/>
                <a:latin typeface="Franklin Gothic Book"/>
                <a:ea typeface="Franklin Gothic Book"/>
              </a:rPr>
              <a:t>Validation et points d’attention</a:t>
            </a:r>
            <a:endParaRPr lang="en-US" sz="3600" b="0" u="none" strike="noStrike">
              <a:solidFill>
                <a:srgbClr val="000000"/>
              </a:solidFill>
              <a:effectLst/>
              <a:uFillTx/>
              <a:latin typeface="Arial"/>
            </a:endParaRPr>
          </a:p>
        </p:txBody>
      </p:sp>
      <p:sp>
        <p:nvSpPr>
          <p:cNvPr id="360" name="Rectangle 390"/>
          <p:cNvSpPr/>
          <p:nvPr/>
        </p:nvSpPr>
        <p:spPr>
          <a:xfrm>
            <a:off x="590400" y="1495440"/>
            <a:ext cx="10952640" cy="437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00" b="0" u="none" strike="noStrike">
                <a:solidFill>
                  <a:srgbClr val="5C7F3E"/>
                </a:solidFill>
                <a:effectLst/>
                <a:uFillTx/>
                <a:latin typeface="Franklin Gothic Book"/>
                <a:ea typeface="Franklin Gothic Book"/>
              </a:rPr>
              <a:t>Dernière vérification avant l’enregistrement</a:t>
            </a:r>
            <a:endParaRPr lang="en-US" sz="1800" b="0" u="none" strike="noStrike">
              <a:solidFill>
                <a:srgbClr val="000000"/>
              </a:solidFill>
              <a:effectLst/>
              <a:uFillTx/>
              <a:latin typeface="Arial"/>
            </a:endParaRPr>
          </a:p>
        </p:txBody>
      </p:sp>
      <p:sp>
        <p:nvSpPr>
          <p:cNvPr id="361" name="Rectangle 392"/>
          <p:cNvSpPr/>
          <p:nvPr/>
        </p:nvSpPr>
        <p:spPr>
          <a:xfrm>
            <a:off x="590400" y="21430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Avant de confirmer</a:t>
            </a:r>
            <a:endParaRPr lang="en-US" sz="2170" b="0" u="none" strike="noStrike">
              <a:solidFill>
                <a:srgbClr val="000000"/>
              </a:solidFill>
              <a:effectLst/>
              <a:uFillTx/>
              <a:latin typeface="Arial"/>
            </a:endParaRPr>
          </a:p>
        </p:txBody>
      </p:sp>
      <p:sp>
        <p:nvSpPr>
          <p:cNvPr id="362" name="Rectangle 393"/>
          <p:cNvSpPr/>
          <p:nvPr/>
        </p:nvSpPr>
        <p:spPr>
          <a:xfrm>
            <a:off x="590400" y="26002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Contrôler l’adhérent, les bénéficiaires, les produits et le total. Vérifier la prise en compte de la dette et de l’avoir.</a:t>
            </a:r>
            <a:endParaRPr lang="en-US" sz="1870" b="0" u="none" strike="noStrike">
              <a:solidFill>
                <a:srgbClr val="000000"/>
              </a:solidFill>
              <a:effectLst/>
              <a:uFillTx/>
              <a:latin typeface="Arial"/>
            </a:endParaRPr>
          </a:p>
        </p:txBody>
      </p:sp>
      <p:sp>
        <p:nvSpPr>
          <p:cNvPr id="363" name="Rectangle 394"/>
          <p:cNvSpPr/>
          <p:nvPr/>
        </p:nvSpPr>
        <p:spPr>
          <a:xfrm>
            <a:off x="6334200" y="214308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Si la validation est bloquée</a:t>
            </a:r>
            <a:endParaRPr lang="en-US" sz="2170" b="0" u="none" strike="noStrike">
              <a:solidFill>
                <a:srgbClr val="000000"/>
              </a:solidFill>
              <a:effectLst/>
              <a:uFillTx/>
              <a:latin typeface="Arial"/>
            </a:endParaRPr>
          </a:p>
        </p:txBody>
      </p:sp>
      <p:sp>
        <p:nvSpPr>
          <p:cNvPr id="364" name="Rectangle 395"/>
          <p:cNvSpPr/>
          <p:nvPr/>
        </p:nvSpPr>
        <p:spPr>
          <a:xfrm>
            <a:off x="6334200" y="260028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Lire le message affiché : données du chèque manquantes, adhésion déjà réglée ou en double, TPE indisponible, saison non initialisée…</a:t>
            </a:r>
            <a:endParaRPr lang="en-US" sz="1870" b="0" u="none" strike="noStrike">
              <a:solidFill>
                <a:srgbClr val="000000"/>
              </a:solidFill>
              <a:effectLst/>
              <a:uFillTx/>
              <a:latin typeface="Arial"/>
            </a:endParaRPr>
          </a:p>
        </p:txBody>
      </p:sp>
      <p:sp>
        <p:nvSpPr>
          <p:cNvPr id="365" name="Rectangle 396"/>
          <p:cNvSpPr/>
          <p:nvPr/>
        </p:nvSpPr>
        <p:spPr>
          <a:xfrm>
            <a:off x="590400" y="419112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Après la confirmation</a:t>
            </a:r>
            <a:endParaRPr lang="en-US" sz="2170" b="0" u="none" strike="noStrike">
              <a:solidFill>
                <a:srgbClr val="000000"/>
              </a:solidFill>
              <a:effectLst/>
              <a:uFillTx/>
              <a:latin typeface="Arial"/>
            </a:endParaRPr>
          </a:p>
        </p:txBody>
      </p:sp>
      <p:sp>
        <p:nvSpPr>
          <p:cNvPr id="366" name="Rectangle 397"/>
          <p:cNvSpPr/>
          <p:nvPr/>
        </p:nvSpPr>
        <p:spPr>
          <a:xfrm>
            <a:off x="590400" y="464832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Attendre le message de résultat. En cas d’erreur ou de doute, vérifier l’enregistrement avant de recommencer la vente.</a:t>
            </a:r>
            <a:endParaRPr lang="en-US" sz="1870" b="0" u="none" strike="noStrike">
              <a:solidFill>
                <a:srgbClr val="000000"/>
              </a:solidFill>
              <a:effectLst/>
              <a:uFillTx/>
              <a:latin typeface="Arial"/>
            </a:endParaRPr>
          </a:p>
        </p:txBody>
      </p:sp>
      <p:sp>
        <p:nvSpPr>
          <p:cNvPr id="367" name="Rectangle 398"/>
          <p:cNvSpPr/>
          <p:nvPr/>
        </p:nvSpPr>
        <p:spPr>
          <a:xfrm>
            <a:off x="6334200" y="4191120"/>
            <a:ext cx="4951800" cy="360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2170" b="1" u="none" strike="noStrike">
                <a:solidFill>
                  <a:srgbClr val="4495A2"/>
                </a:solidFill>
                <a:effectLst/>
                <a:uFillTx/>
                <a:latin typeface="Franklin Gothic Book"/>
                <a:ea typeface="Franklin Gothic Book"/>
              </a:rPr>
              <a:t>Panier entièrement couvert</a:t>
            </a:r>
            <a:endParaRPr lang="en-US" sz="2170" b="0" u="none" strike="noStrike">
              <a:solidFill>
                <a:srgbClr val="000000"/>
              </a:solidFill>
              <a:effectLst/>
              <a:uFillTx/>
              <a:latin typeface="Arial"/>
            </a:endParaRPr>
          </a:p>
        </p:txBody>
      </p:sp>
      <p:sp>
        <p:nvSpPr>
          <p:cNvPr id="368" name="Rectangle 399"/>
          <p:cNvSpPr/>
          <p:nvPr/>
        </p:nvSpPr>
        <p:spPr>
          <a:xfrm>
            <a:off x="6334200" y="4648320"/>
            <a:ext cx="4951800" cy="142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fr-FR" sz="1870" b="0" u="none" strike="noStrike">
                <a:solidFill>
                  <a:srgbClr val="111111"/>
                </a:solidFill>
                <a:effectLst/>
                <a:uFillTx/>
                <a:latin typeface="Franklin Gothic Book"/>
                <a:ea typeface="Franklin Gothic Book"/>
              </a:rPr>
              <a:t>Si l’avoir couvre tout le montant, aucun encaissement n’est nécessaire. Le panier reste à confirmer avec le mode « Espèces » à zéro.</a:t>
            </a:r>
            <a:endParaRPr lang="en-US" sz="1870" b="0" u="none" strike="noStrike">
              <a:solidFill>
                <a:srgbClr val="000000"/>
              </a:solidFill>
              <a:effectLst/>
              <a:uFillTx/>
              <a:latin typeface="Arial"/>
            </a:endParaRPr>
          </a:p>
        </p:txBody>
      </p:sp>
      <p:pic>
        <p:nvPicPr>
          <p:cNvPr id="369" name="BCSTO modèle 401"/>
          <p:cNvPicPr/>
          <p:nvPr/>
        </p:nvPicPr>
        <p:blipFill>
          <a:blip r:embed="rId1"/>
          <a:stretch/>
        </p:blipFill>
        <p:spPr>
          <a:xfrm>
            <a:off x="11334600" y="228600"/>
            <a:ext cx="456480" cy="456480"/>
          </a:xfrm>
          <a:prstGeom prst="rect">
            <a:avLst/>
          </a:prstGeom>
          <a:noFill/>
          <a:ln w="0">
            <a:noFill/>
          </a:ln>
        </p:spPr>
      </p:pic>
      <p:sp>
        <p:nvSpPr>
          <p:cNvPr id="370" name="BCSTO modèle 402"/>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71"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72"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14</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Rectangle 444"/>
          <p:cNvSpPr/>
          <p:nvPr/>
        </p:nvSpPr>
        <p:spPr>
          <a:xfrm>
            <a:off x="590400" y="228600"/>
            <a:ext cx="10951920" cy="712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3600" b="1" u="none" strike="noStrike">
                <a:solidFill>
                  <a:srgbClr val="111111"/>
                </a:solidFill>
                <a:effectLst/>
                <a:uFillTx/>
                <a:latin typeface="Franklin Gothic Book"/>
                <a:ea typeface="Franklin Gothic Book"/>
              </a:rPr>
              <a:t>Petits soucis, bons réflexes</a:t>
            </a:r>
            <a:endParaRPr lang="en-US" sz="3600" b="0" u="none" strike="noStrike">
              <a:solidFill>
                <a:srgbClr val="000000"/>
              </a:solidFill>
              <a:effectLst/>
              <a:uFillTx/>
              <a:latin typeface="Arial"/>
            </a:endParaRPr>
          </a:p>
        </p:txBody>
      </p:sp>
      <p:sp>
        <p:nvSpPr>
          <p:cNvPr id="374" name="Rectangle 446"/>
          <p:cNvSpPr/>
          <p:nvPr/>
        </p:nvSpPr>
        <p:spPr>
          <a:xfrm>
            <a:off x="590400" y="1495440"/>
            <a:ext cx="10951920" cy="3790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00" b="0" u="none" strike="noStrike">
                <a:solidFill>
                  <a:srgbClr val="5C7F3E"/>
                </a:solidFill>
                <a:effectLst/>
                <a:uFillTx/>
                <a:latin typeface="Franklin Gothic Book"/>
                <a:ea typeface="Franklin Gothic Book"/>
              </a:rPr>
              <a:t>Vente en présentiel : deux situations fréquentes</a:t>
            </a:r>
            <a:endParaRPr lang="en-US" sz="1800" b="0" u="none" strike="noStrike">
              <a:solidFill>
                <a:srgbClr val="000000"/>
              </a:solidFill>
              <a:effectLst/>
              <a:uFillTx/>
              <a:latin typeface="Arial"/>
            </a:endParaRPr>
          </a:p>
        </p:txBody>
      </p:sp>
      <p:sp>
        <p:nvSpPr>
          <p:cNvPr id="375" name="Rectangle 447"/>
          <p:cNvSpPr/>
          <p:nvPr/>
        </p:nvSpPr>
        <p:spPr>
          <a:xfrm>
            <a:off x="590400" y="2162160"/>
            <a:ext cx="5046480" cy="807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Le chèque ne correspond pas au panier</a:t>
            </a:r>
            <a:endParaRPr lang="en-US" sz="2170" b="0" u="none" strike="noStrike">
              <a:solidFill>
                <a:srgbClr val="000000"/>
              </a:solidFill>
              <a:effectLst/>
              <a:uFillTx/>
              <a:latin typeface="Arial"/>
            </a:endParaRPr>
          </a:p>
        </p:txBody>
      </p:sp>
      <p:sp>
        <p:nvSpPr>
          <p:cNvPr id="376" name="Rectangle 448"/>
          <p:cNvSpPr/>
          <p:nvPr/>
        </p:nvSpPr>
        <p:spPr>
          <a:xfrm>
            <a:off x="590400" y="3029040"/>
            <a:ext cx="5046480" cy="1045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Cas fréquent : BCSTO déduit automatiquement un avoir, mais le chèque porte sur le montant avant déduction.</a:t>
            </a:r>
            <a:endParaRPr lang="en-US" sz="1870" b="0" u="none" strike="noStrike">
              <a:solidFill>
                <a:srgbClr val="000000"/>
              </a:solidFill>
              <a:effectLst/>
              <a:uFillTx/>
              <a:latin typeface="Arial"/>
            </a:endParaRPr>
          </a:p>
        </p:txBody>
      </p:sp>
      <p:sp>
        <p:nvSpPr>
          <p:cNvPr id="377" name="Rectangle 449"/>
          <p:cNvSpPr/>
          <p:nvPr/>
        </p:nvSpPr>
        <p:spPr>
          <a:xfrm>
            <a:off x="590400" y="4238640"/>
            <a:ext cx="5046480" cy="3790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020" b="1" u="none" strike="noStrike">
                <a:solidFill>
                  <a:srgbClr val="111111"/>
                </a:solidFill>
                <a:effectLst/>
                <a:uFillTx/>
                <a:latin typeface="Franklin Gothic Book"/>
                <a:ea typeface="Franklin Gothic Book"/>
              </a:rPr>
              <a:t>Avant de confirmer</a:t>
            </a:r>
            <a:endParaRPr lang="en-US" sz="2020" b="0" u="none" strike="noStrike">
              <a:solidFill>
                <a:srgbClr val="000000"/>
              </a:solidFill>
              <a:effectLst/>
              <a:uFillTx/>
              <a:latin typeface="Arial"/>
            </a:endParaRPr>
          </a:p>
        </p:txBody>
      </p:sp>
      <p:sp>
        <p:nvSpPr>
          <p:cNvPr id="378" name="Rectangle 450"/>
          <p:cNvSpPr/>
          <p:nvPr/>
        </p:nvSpPr>
        <p:spPr>
          <a:xfrm>
            <a:off x="590400" y="4695840"/>
            <a:ext cx="5046480" cy="1360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Comparer le chèque au total à régler. Si le chèque ne tient pas compte de l’avoir, désactiver cet avoir pour cette vente et vérifier le nouveau total.</a:t>
            </a:r>
            <a:endParaRPr lang="en-US" sz="1870" b="0" u="none" strike="noStrike">
              <a:solidFill>
                <a:srgbClr val="000000"/>
              </a:solidFill>
              <a:effectLst/>
              <a:uFillTx/>
              <a:latin typeface="Arial"/>
            </a:endParaRPr>
          </a:p>
        </p:txBody>
      </p:sp>
      <p:sp>
        <p:nvSpPr>
          <p:cNvPr id="379" name="Rectangle 451"/>
          <p:cNvSpPr/>
          <p:nvPr/>
        </p:nvSpPr>
        <p:spPr>
          <a:xfrm>
            <a:off x="590400" y="6067440"/>
            <a:ext cx="5046480" cy="522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729" b="1" u="none" strike="noStrike">
                <a:solidFill>
                  <a:srgbClr val="5C7F3E"/>
                </a:solidFill>
                <a:effectLst/>
                <a:uFillTx/>
                <a:latin typeface="Franklin Gothic Book"/>
                <a:ea typeface="Franklin Gothic Book"/>
              </a:rPr>
              <a:t>Des montants différents créent une incohérence de caisse.</a:t>
            </a:r>
            <a:endParaRPr lang="en-US" sz="1729" b="0" u="none" strike="noStrike">
              <a:solidFill>
                <a:srgbClr val="000000"/>
              </a:solidFill>
              <a:effectLst/>
              <a:uFillTx/>
              <a:latin typeface="Arial"/>
            </a:endParaRPr>
          </a:p>
        </p:txBody>
      </p:sp>
      <p:sp>
        <p:nvSpPr>
          <p:cNvPr id="380" name="Rectangle 452"/>
          <p:cNvSpPr/>
          <p:nvPr/>
        </p:nvSpPr>
        <p:spPr>
          <a:xfrm>
            <a:off x="6334200" y="2162160"/>
            <a:ext cx="5046480" cy="807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Le mode de paiement est incorrect</a:t>
            </a:r>
            <a:endParaRPr lang="en-US" sz="2170" b="0" u="none" strike="noStrike">
              <a:solidFill>
                <a:srgbClr val="000000"/>
              </a:solidFill>
              <a:effectLst/>
              <a:uFillTx/>
              <a:latin typeface="Arial"/>
            </a:endParaRPr>
          </a:p>
        </p:txBody>
      </p:sp>
      <p:sp>
        <p:nvSpPr>
          <p:cNvPr id="381" name="Rectangle 453"/>
          <p:cNvSpPr/>
          <p:nvPr/>
        </p:nvSpPr>
        <p:spPr>
          <a:xfrm>
            <a:off x="6334200" y="3029040"/>
            <a:ext cx="5046480" cy="1331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Refaire la vente avec le bon mode de paiement, si le logiciel le permet. Signaler l’erreur au trésorier pour qu’il supprime l’écriture incorrecte.</a:t>
            </a:r>
            <a:endParaRPr lang="en-US" sz="1870" b="0" u="none" strike="noStrike">
              <a:solidFill>
                <a:srgbClr val="000000"/>
              </a:solidFill>
              <a:effectLst/>
              <a:uFillTx/>
              <a:latin typeface="Arial"/>
            </a:endParaRPr>
          </a:p>
        </p:txBody>
      </p:sp>
      <p:sp>
        <p:nvSpPr>
          <p:cNvPr id="382" name="Rectangle 454"/>
          <p:cNvSpPr/>
          <p:nvPr/>
        </p:nvSpPr>
        <p:spPr>
          <a:xfrm>
            <a:off x="6334200" y="4543560"/>
            <a:ext cx="5046480" cy="6174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020" b="1" u="none" strike="noStrike">
                <a:solidFill>
                  <a:srgbClr val="111111"/>
                </a:solidFill>
                <a:effectLst/>
                <a:uFillTx/>
                <a:latin typeface="Franklin Gothic Book"/>
                <a:ea typeface="Franklin Gothic Book"/>
              </a:rPr>
              <a:t>Attention aux licences et adhésions</a:t>
            </a:r>
            <a:endParaRPr lang="en-US" sz="2020" b="0" u="none" strike="noStrike">
              <a:solidFill>
                <a:srgbClr val="000000"/>
              </a:solidFill>
              <a:effectLst/>
              <a:uFillTx/>
              <a:latin typeface="Arial"/>
            </a:endParaRPr>
          </a:p>
        </p:txBody>
      </p:sp>
      <p:sp>
        <p:nvSpPr>
          <p:cNvPr id="383" name="Rectangle 455"/>
          <p:cNvSpPr/>
          <p:nvPr/>
        </p:nvSpPr>
        <p:spPr>
          <a:xfrm>
            <a:off x="6334200" y="5257800"/>
            <a:ext cx="5046480" cy="1236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Un second achat au même nom est bloqué. Demander d’abord au trésorier de supprimer l’écriture erronée, puis ressaisir la vente correctement.</a:t>
            </a:r>
            <a:endParaRPr lang="en-US" sz="1870" b="0" u="none" strike="noStrike">
              <a:solidFill>
                <a:srgbClr val="000000"/>
              </a:solidFill>
              <a:effectLst/>
              <a:uFillTx/>
              <a:latin typeface="Arial"/>
            </a:endParaRPr>
          </a:p>
        </p:txBody>
      </p:sp>
      <p:pic>
        <p:nvPicPr>
          <p:cNvPr id="384" name="BCSTO modèle 458"/>
          <p:cNvPicPr/>
          <p:nvPr/>
        </p:nvPicPr>
        <p:blipFill>
          <a:blip r:embed="rId1"/>
          <a:stretch/>
        </p:blipFill>
        <p:spPr>
          <a:xfrm>
            <a:off x="11334600" y="228600"/>
            <a:ext cx="456480" cy="456480"/>
          </a:xfrm>
          <a:prstGeom prst="rect">
            <a:avLst/>
          </a:prstGeom>
          <a:noFill/>
          <a:ln w="0">
            <a:noFill/>
          </a:ln>
        </p:spPr>
      </p:pic>
      <p:sp>
        <p:nvSpPr>
          <p:cNvPr id="385" name="BCSTO modèle 459"/>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86"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03  Boutique</a:t>
            </a:r>
            <a:endParaRPr lang="en-US" sz="1050" b="0" u="none" strike="noStrike">
              <a:solidFill>
                <a:srgbClr val="000000"/>
              </a:solidFill>
              <a:effectLst/>
              <a:uFillTx/>
              <a:latin typeface="Arial"/>
            </a:endParaRPr>
          </a:p>
        </p:txBody>
      </p:sp>
      <p:sp>
        <p:nvSpPr>
          <p:cNvPr id="387"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15</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8" name=""/>
          <p:cNvPicPr/>
          <p:nvPr/>
        </p:nvPicPr>
        <p:blipFill>
          <a:blip r:embed="rId1"/>
          <a:stretch/>
        </p:blipFill>
        <p:spPr>
          <a:xfrm>
            <a:off x="11334600" y="228600"/>
            <a:ext cx="456840" cy="456840"/>
          </a:xfrm>
          <a:prstGeom prst="rect">
            <a:avLst/>
          </a:prstGeom>
          <a:noFill/>
          <a:ln w="0">
            <a:noFill/>
          </a:ln>
        </p:spPr>
      </p:pic>
      <p:sp>
        <p:nvSpPr>
          <p:cNvPr id="389"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04</a:t>
            </a:r>
            <a:endParaRPr lang="en-US" sz="8400" b="0" u="none" strike="noStrike">
              <a:solidFill>
                <a:srgbClr val="000000"/>
              </a:solidFill>
              <a:effectLst/>
              <a:uFillTx/>
              <a:latin typeface="Arial"/>
            </a:endParaRPr>
          </a:p>
        </p:txBody>
      </p:sp>
      <p:sp>
        <p:nvSpPr>
          <p:cNvPr id="390"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600" b="1" u="none" strike="noStrike">
                <a:solidFill>
                  <a:srgbClr val="17291D"/>
                </a:solidFill>
                <a:effectLst/>
                <a:uFillTx/>
                <a:latin typeface="Franklin Gothic Book"/>
                <a:ea typeface="Franklin Gothic Book"/>
              </a:rPr>
              <a:t>Gestion des adhérents</a:t>
            </a:r>
            <a:endParaRPr lang="en-US" sz="3600" b="0" u="none" strike="noStrike">
              <a:solidFill>
                <a:srgbClr val="000000"/>
              </a:solidFill>
              <a:effectLst/>
              <a:uFillTx/>
              <a:latin typeface="Arial"/>
            </a:endParaRPr>
          </a:p>
        </p:txBody>
      </p:sp>
      <p:sp>
        <p:nvSpPr>
          <p:cNvPr id="391"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Adhérents</a:t>
            </a:r>
            <a:endParaRPr lang="en-US" sz="1870" b="0" u="none" strike="noStrike">
              <a:solidFill>
                <a:srgbClr val="000000"/>
              </a:solidFill>
              <a:effectLst/>
              <a:uFillTx/>
              <a:latin typeface="Arial"/>
            </a:endParaRPr>
          </a:p>
        </p:txBody>
      </p:sp>
      <p:sp>
        <p:nvSpPr>
          <p:cNvPr id="392"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Répertoire</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Cartes admission</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Contrôles</a:t>
            </a:r>
            <a:endParaRPr lang="en-US" sz="2020" b="0" u="none" strike="noStrike">
              <a:solidFill>
                <a:srgbClr val="000000"/>
              </a:solidFill>
              <a:effectLst/>
              <a:uFillTx/>
              <a:latin typeface="Arial"/>
            </a:endParaRPr>
          </a:p>
        </p:txBody>
      </p:sp>
      <p:sp>
        <p:nvSpPr>
          <p:cNvPr id="393"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16</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hasCustomPrompt="1"/>
          </p:nvPr>
        </p:nvSpPr>
        <p:spPr>
          <a:xfrm>
            <a:off x="594360" y="278280"/>
            <a:ext cx="9777600" cy="109008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Gestion des membres</a:t>
            </a:r>
            <a:br>
              <a:rPr sz="4400"/>
            </a:br>
            <a:endParaRPr lang="fr-FR" sz="4400" b="1" u="none" spc="99" strike="noStrike">
              <a:solidFill>
                <a:schemeClr val="dk1"/>
              </a:solidFill>
              <a:effectLst/>
              <a:uFillTx/>
              <a:latin typeface="Franklin Gothic Demi"/>
            </a:endParaRPr>
          </a:p>
        </p:txBody>
      </p:sp>
      <p:sp>
        <p:nvSpPr>
          <p:cNvPr id="395" name="ZoneTexte 29"/>
          <p:cNvSpPr/>
          <p:nvPr/>
        </p:nvSpPr>
        <p:spPr>
          <a:xfrm>
            <a:off x="7031520" y="2094120"/>
            <a:ext cx="4476240" cy="30463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600" b="1" u="none" strike="noStrike">
                <a:solidFill>
                  <a:schemeClr val="dk1"/>
                </a:solidFill>
                <a:effectLst/>
                <a:uFillTx/>
                <a:latin typeface="Franklin Gothic Book"/>
              </a:rPr>
              <a:t>Deux points d’action possibles pour l’administrateur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1" u="none" strike="noStrike">
                <a:solidFill>
                  <a:schemeClr val="dk1"/>
                </a:solidFill>
                <a:effectLst/>
                <a:uFillTx/>
                <a:latin typeface="Franklin Gothic Book"/>
              </a:rPr>
              <a:t> via FFB en mode gestion (cas nominal)</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1" u="none" strike="noStrike">
                <a:solidFill>
                  <a:schemeClr val="dk1"/>
                </a:solidFill>
                <a:effectLst/>
                <a:uFillTx/>
                <a:latin typeface="Franklin Gothic Book"/>
              </a:rPr>
              <a:t> via BCSTO (non-licenciés et classification membres – actifs/anciens/bannis)</a:t>
            </a:r>
            <a:br>
              <a:rPr sz="1600"/>
            </a:br>
            <a:r>
              <a:rPr lang="fr-FR" sz="1600" b="1" u="none" strike="noStrike">
                <a:solidFill>
                  <a:schemeClr val="dk1"/>
                </a:solidFill>
                <a:effectLst/>
                <a:uFillTx/>
                <a:latin typeface="Franklin Gothic Book"/>
              </a:rPr>
              <a:t> </a:t>
            </a:r>
            <a:endParaRPr lang="en-US" sz="1600" b="0" u="none" strike="noStrike">
              <a:solidFill>
                <a:srgbClr val="000000"/>
              </a:solidFill>
              <a:effectLst/>
              <a:uFillTx/>
              <a:latin typeface="Arial"/>
            </a:endParaRPr>
          </a:p>
          <a:p>
            <a:pPr defTabSz="914400">
              <a:lnSpc>
                <a:spcPct val="100000"/>
              </a:lnSpc>
            </a:pPr>
            <a:r>
              <a:rPr lang="fr-FR" sz="1600" b="0" u="none" strike="noStrike">
                <a:solidFill>
                  <a:schemeClr val="dk1"/>
                </a:solidFill>
                <a:effectLst/>
                <a:uFillTx/>
                <a:latin typeface="Franklin Gothic Book"/>
              </a:rPr>
              <a:t>👉 </a:t>
            </a:r>
            <a:r>
              <a:rPr lang="fr-FR" sz="1600" b="1" u="none" strike="noStrike">
                <a:solidFill>
                  <a:schemeClr val="dk1"/>
                </a:solidFill>
                <a:effectLst/>
                <a:uFillTx/>
                <a:latin typeface="Franklin Gothic Book"/>
              </a:rPr>
              <a:t>Le rafraichissement du répertoire Club est déclenché par l’ouverture de la page Adhérents/Répertoire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1" u="none" strike="noStrike">
                <a:solidFill>
                  <a:schemeClr val="dk1"/>
                </a:solidFill>
                <a:effectLst/>
                <a:uFillTx/>
                <a:latin typeface="Franklin Gothic Book"/>
              </a:rPr>
              <a:t>injection des données FFB </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fr-FR" sz="1600" b="1" u="none" strike="noStrike">
                <a:solidFill>
                  <a:schemeClr val="dk1"/>
                </a:solidFill>
                <a:effectLst/>
                <a:uFillTx/>
                <a:latin typeface="Franklin Gothic Book"/>
              </a:rPr>
              <a:t>mise à jour info paiement adhésion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p:txBody>
      </p:sp>
      <p:grpSp>
        <p:nvGrpSpPr>
          <p:cNvPr id="396" name="Groupe 23"/>
          <p:cNvGrpSpPr/>
          <p:nvPr/>
        </p:nvGrpSpPr>
        <p:grpSpPr>
          <a:xfrm>
            <a:off x="471600" y="2001240"/>
            <a:ext cx="5978520" cy="4624920"/>
            <a:chOff x="471600" y="2001240"/>
            <a:chExt cx="5978520" cy="4624920"/>
          </a:xfrm>
        </p:grpSpPr>
        <p:sp>
          <p:nvSpPr>
            <p:cNvPr id="397" name="Rounded Rectangle 34"/>
            <p:cNvSpPr/>
            <p:nvPr/>
          </p:nvSpPr>
          <p:spPr>
            <a:xfrm>
              <a:off x="594360" y="2310840"/>
              <a:ext cx="2559600" cy="959400"/>
            </a:xfrm>
            <a:prstGeom prst="roundRect">
              <a:avLst>
                <a:gd name="adj" fmla="val 16667"/>
              </a:avLst>
            </a:prstGeom>
            <a:solidFill>
              <a:srgbClr val="FFFFFF"/>
            </a:solidFill>
            <a:ln w="17780">
              <a:solidFill>
                <a:srgbClr val="2776B8"/>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pic>
          <p:nvPicPr>
            <p:cNvPr id="398" name="Picture 35" descr="image(1).png"/>
            <p:cNvPicPr/>
            <p:nvPr/>
          </p:nvPicPr>
          <p:blipFill>
            <a:blip r:embed="rId1"/>
            <a:stretch/>
          </p:blipFill>
          <p:spPr>
            <a:xfrm>
              <a:off x="666720" y="2420640"/>
              <a:ext cx="1023480" cy="298080"/>
            </a:xfrm>
            <a:prstGeom prst="rect">
              <a:avLst/>
            </a:prstGeom>
            <a:noFill/>
            <a:ln w="0">
              <a:noFill/>
            </a:ln>
          </p:spPr>
        </p:pic>
        <p:sp>
          <p:nvSpPr>
            <p:cNvPr id="399" name="TextBox 36"/>
            <p:cNvSpPr/>
            <p:nvPr/>
          </p:nvSpPr>
          <p:spPr>
            <a:xfrm>
              <a:off x="1690920" y="2441880"/>
              <a:ext cx="1262520" cy="19908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300" b="1" u="none" strike="noStrike">
                  <a:solidFill>
                    <a:srgbClr val="2776B8"/>
                  </a:solidFill>
                  <a:effectLst/>
                  <a:uFillTx/>
                  <a:latin typeface="Arial"/>
                </a:rPr>
                <a:t>site FFB</a:t>
              </a:r>
              <a:endParaRPr lang="en-US" sz="1300" b="0" u="none" strike="noStrike">
                <a:solidFill>
                  <a:srgbClr val="000000"/>
                </a:solidFill>
                <a:effectLst/>
                <a:uFillTx/>
                <a:latin typeface="Arial"/>
              </a:endParaRPr>
            </a:p>
          </p:txBody>
        </p:sp>
        <p:sp>
          <p:nvSpPr>
            <p:cNvPr id="400" name="TextBox 37"/>
            <p:cNvSpPr/>
            <p:nvPr/>
          </p:nvSpPr>
          <p:spPr>
            <a:xfrm>
              <a:off x="786240" y="2777040"/>
              <a:ext cx="2285280" cy="31032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020" b="0" u="none" strike="noStrike">
                  <a:solidFill>
                    <a:srgbClr val="525B66"/>
                  </a:solidFill>
                  <a:effectLst/>
                  <a:uFillTx/>
                  <a:latin typeface="Arial"/>
                </a:rPr>
                <a:t>Déclarer adhérents / sympathisants</a:t>
              </a:r>
              <a:endParaRPr lang="en-US" sz="1020" b="0" u="none" strike="noStrike">
                <a:solidFill>
                  <a:srgbClr val="000000"/>
                </a:solidFill>
                <a:effectLst/>
                <a:uFillTx/>
                <a:latin typeface="Arial"/>
              </a:endParaRPr>
            </a:p>
          </p:txBody>
        </p:sp>
        <p:sp>
          <p:nvSpPr>
            <p:cNvPr id="401" name="Rounded Rectangle 38"/>
            <p:cNvSpPr/>
            <p:nvPr/>
          </p:nvSpPr>
          <p:spPr>
            <a:xfrm>
              <a:off x="3398040" y="2310840"/>
              <a:ext cx="2696760" cy="959400"/>
            </a:xfrm>
            <a:prstGeom prst="roundRect">
              <a:avLst>
                <a:gd name="adj" fmla="val 16667"/>
              </a:avLst>
            </a:pr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accent1"/>
            </a:lnRef>
            <a:fillRef idx="3">
              <a:schemeClr val="accent1"/>
            </a:fillRef>
            <a:effectRef idx="3">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402" name="TextBox 39"/>
            <p:cNvSpPr/>
            <p:nvPr/>
          </p:nvSpPr>
          <p:spPr>
            <a:xfrm>
              <a:off x="3626640" y="2416320"/>
              <a:ext cx="2239560" cy="19908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300" b="1" u="none" strike="noStrike">
                  <a:solidFill>
                    <a:schemeClr val="lt2">
                      <a:lumMod val="75000"/>
                    </a:schemeClr>
                  </a:solidFill>
                  <a:effectLst/>
                  <a:uFillTx/>
                  <a:latin typeface="Arial"/>
                </a:rPr>
                <a:t>Administration BCSTO</a:t>
              </a:r>
              <a:endParaRPr lang="en-US" sz="1300" b="0" u="none" strike="noStrike">
                <a:solidFill>
                  <a:srgbClr val="000000"/>
                </a:solidFill>
                <a:effectLst/>
                <a:uFillTx/>
                <a:latin typeface="Arial"/>
              </a:endParaRPr>
            </a:p>
          </p:txBody>
        </p:sp>
        <p:sp>
          <p:nvSpPr>
            <p:cNvPr id="403" name="TextBox 40"/>
            <p:cNvSpPr/>
            <p:nvPr/>
          </p:nvSpPr>
          <p:spPr>
            <a:xfrm>
              <a:off x="3626640" y="2824200"/>
              <a:ext cx="2239560" cy="30096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980" b="0" u="none" strike="noStrike">
                  <a:solidFill>
                    <a:schemeClr val="dk1"/>
                  </a:solidFill>
                  <a:effectLst/>
                  <a:uFillTx/>
                  <a:latin typeface="Arial"/>
                </a:rPr>
                <a:t>Créer un membre non licencié</a:t>
              </a:r>
              <a:endParaRPr lang="en-US" sz="980" b="0" u="none" strike="noStrike">
                <a:solidFill>
                  <a:srgbClr val="000000"/>
                </a:solidFill>
                <a:effectLst/>
                <a:uFillTx/>
                <a:latin typeface="Arial"/>
              </a:endParaRPr>
            </a:p>
            <a:p>
              <a:pPr algn="ctr" defTabSz="914400">
                <a:lnSpc>
                  <a:spcPct val="100000"/>
                </a:lnSpc>
              </a:pPr>
              <a:r>
                <a:rPr lang="fr-FR" sz="980" b="0" u="none" strike="noStrike">
                  <a:solidFill>
                    <a:schemeClr val="dk1"/>
                  </a:solidFill>
                  <a:effectLst/>
                  <a:uFillTx/>
                  <a:latin typeface="Arial"/>
                </a:rPr>
                <a:t>Définir : Actif • Ancien • (Banni)</a:t>
              </a:r>
              <a:endParaRPr lang="en-US" sz="980" b="0" u="none" strike="noStrike">
                <a:solidFill>
                  <a:srgbClr val="000000"/>
                </a:solidFill>
                <a:effectLst/>
                <a:uFillTx/>
                <a:latin typeface="Arial"/>
              </a:endParaRPr>
            </a:p>
          </p:txBody>
        </p:sp>
        <p:sp>
          <p:nvSpPr>
            <p:cNvPr id="404" name="Can 42"/>
            <p:cNvSpPr/>
            <p:nvPr/>
          </p:nvSpPr>
          <p:spPr>
            <a:xfrm>
              <a:off x="2024640" y="3837960"/>
              <a:ext cx="438120" cy="529560"/>
            </a:xfrm>
            <a:prstGeom prst="can">
              <a:avLst>
                <a:gd name="adj" fmla="val 25000"/>
              </a:avLst>
            </a:prstGeom>
            <a:solidFill>
              <a:srgbClr val="2776B8"/>
            </a:solidFill>
            <a:ln>
              <a:solidFill>
                <a:srgbClr val="2776B8"/>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405" name="TextBox 43"/>
            <p:cNvSpPr/>
            <p:nvPr/>
          </p:nvSpPr>
          <p:spPr>
            <a:xfrm>
              <a:off x="471600" y="3794040"/>
              <a:ext cx="1366560" cy="21456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400" b="1" u="none" strike="noStrike">
                  <a:solidFill>
                    <a:srgbClr val="2776B8"/>
                  </a:solidFill>
                  <a:effectLst/>
                  <a:uFillTx/>
                  <a:latin typeface="Arial"/>
                </a:rPr>
                <a:t>BD joueurs FFB</a:t>
              </a:r>
              <a:endParaRPr lang="en-US" sz="1400" b="0" u="none" strike="noStrike">
                <a:solidFill>
                  <a:srgbClr val="000000"/>
                </a:solidFill>
                <a:effectLst/>
                <a:uFillTx/>
                <a:latin typeface="Arial"/>
              </a:endParaRPr>
            </a:p>
          </p:txBody>
        </p:sp>
        <p:sp>
          <p:nvSpPr>
            <p:cNvPr id="406" name="TextBox 44"/>
            <p:cNvSpPr/>
            <p:nvPr/>
          </p:nvSpPr>
          <p:spPr>
            <a:xfrm>
              <a:off x="471600" y="3925080"/>
              <a:ext cx="1297800" cy="45648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000" b="0" u="none" strike="noStrike">
                  <a:solidFill>
                    <a:srgbClr val="525B66"/>
                  </a:solidFill>
                  <a:effectLst/>
                  <a:uFillTx/>
                  <a:latin typeface="Arial"/>
                </a:rPr>
                <a:t>Identité • N° licence</a:t>
              </a:r>
              <a:endParaRPr lang="en-US" sz="1000" b="0" u="none" strike="noStrike">
                <a:solidFill>
                  <a:srgbClr val="000000"/>
                </a:solidFill>
                <a:effectLst/>
                <a:uFillTx/>
                <a:latin typeface="Arial"/>
              </a:endParaRPr>
            </a:p>
            <a:p>
              <a:pPr algn="ctr" defTabSz="914400">
                <a:lnSpc>
                  <a:spcPct val="100000"/>
                </a:lnSpc>
              </a:pPr>
              <a:r>
                <a:rPr lang="fr-FR" sz="1000" b="0" u="none" strike="noStrike">
                  <a:solidFill>
                    <a:srgbClr val="525B66"/>
                  </a:solidFill>
                  <a:effectLst/>
                  <a:uFillTx/>
                  <a:latin typeface="Arial"/>
                </a:rPr>
                <a:t>Données licencié</a:t>
              </a:r>
              <a:endParaRPr lang="en-US" sz="1000" b="0" u="none" strike="noStrike">
                <a:solidFill>
                  <a:srgbClr val="000000"/>
                </a:solidFill>
                <a:effectLst/>
                <a:uFillTx/>
                <a:latin typeface="Arial"/>
              </a:endParaRPr>
            </a:p>
          </p:txBody>
        </p:sp>
        <p:sp>
          <p:nvSpPr>
            <p:cNvPr id="407" name="Can 46"/>
            <p:cNvSpPr/>
            <p:nvPr/>
          </p:nvSpPr>
          <p:spPr>
            <a:xfrm>
              <a:off x="4343400" y="3838680"/>
              <a:ext cx="438120" cy="529560"/>
            </a:xfrm>
            <a:prstGeom prst="can">
              <a:avLst>
                <a:gd name="adj" fmla="val 25000"/>
              </a:avLst>
            </a:prstGeom>
            <a:solidFill>
              <a:srgbClr val="2F824C"/>
            </a:solidFill>
            <a:ln>
              <a:solidFill>
                <a:srgbClr val="2F824C"/>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408" name="TextBox 47"/>
            <p:cNvSpPr/>
            <p:nvPr/>
          </p:nvSpPr>
          <p:spPr>
            <a:xfrm>
              <a:off x="4709880" y="3925800"/>
              <a:ext cx="1385640" cy="24552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600" b="1" u="none" strike="noStrike">
                  <a:solidFill>
                    <a:srgbClr val="2F824C"/>
                  </a:solidFill>
                  <a:effectLst/>
                  <a:uFillTx/>
                  <a:latin typeface="Arial"/>
                </a:rPr>
                <a:t>Membres</a:t>
              </a:r>
              <a:endParaRPr lang="en-US" sz="1600" b="0" u="none" strike="noStrike">
                <a:solidFill>
                  <a:srgbClr val="000000"/>
                </a:solidFill>
                <a:effectLst/>
                <a:uFillTx/>
                <a:latin typeface="Arial"/>
              </a:endParaRPr>
            </a:p>
          </p:txBody>
        </p:sp>
        <p:sp>
          <p:nvSpPr>
            <p:cNvPr id="409" name="TextBox 48"/>
            <p:cNvSpPr/>
            <p:nvPr/>
          </p:nvSpPr>
          <p:spPr>
            <a:xfrm>
              <a:off x="4667760" y="4139640"/>
              <a:ext cx="1782360" cy="16812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100" b="0" u="none" strike="noStrike">
                  <a:solidFill>
                    <a:srgbClr val="525B66"/>
                  </a:solidFill>
                  <a:effectLst/>
                  <a:uFillTx/>
                  <a:latin typeface="Arial"/>
                </a:rPr>
                <a:t>Répertoire du Club</a:t>
              </a:r>
              <a:endParaRPr lang="en-US" sz="1100" b="0" u="none" strike="noStrike">
                <a:solidFill>
                  <a:srgbClr val="000000"/>
                </a:solidFill>
                <a:effectLst/>
                <a:uFillTx/>
                <a:latin typeface="Arial"/>
              </a:endParaRPr>
            </a:p>
          </p:txBody>
        </p:sp>
        <p:sp>
          <p:nvSpPr>
            <p:cNvPr id="410" name="TextBox 61"/>
            <p:cNvSpPr/>
            <p:nvPr/>
          </p:nvSpPr>
          <p:spPr>
            <a:xfrm>
              <a:off x="2145960" y="4826160"/>
              <a:ext cx="1297800" cy="49176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600" b="1" u="none" strike="noStrike">
                  <a:solidFill>
                    <a:srgbClr val="2F824C"/>
                  </a:solidFill>
                  <a:effectLst/>
                  <a:uFillTx/>
                  <a:latin typeface="Arial"/>
                </a:rPr>
                <a:t>BD Comptabilité</a:t>
              </a:r>
              <a:endParaRPr lang="en-US" sz="1600" b="0" u="none" strike="noStrike">
                <a:solidFill>
                  <a:srgbClr val="000000"/>
                </a:solidFill>
                <a:effectLst/>
                <a:uFillTx/>
                <a:latin typeface="Arial"/>
              </a:endParaRPr>
            </a:p>
          </p:txBody>
        </p:sp>
        <p:sp>
          <p:nvSpPr>
            <p:cNvPr id="411" name="TextBox 62"/>
            <p:cNvSpPr/>
            <p:nvPr/>
          </p:nvSpPr>
          <p:spPr>
            <a:xfrm>
              <a:off x="2126880" y="5255280"/>
              <a:ext cx="1297800" cy="39240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980" b="0" u="none" strike="noStrike">
                  <a:solidFill>
                    <a:srgbClr val="525B66"/>
                  </a:solidFill>
                  <a:effectLst/>
                  <a:uFillTx/>
                  <a:latin typeface="Arial"/>
                </a:rPr>
                <a:t>Paiements saison</a:t>
              </a:r>
              <a:endParaRPr lang="en-US" sz="980" b="0" u="none" strike="noStrike">
                <a:solidFill>
                  <a:srgbClr val="000000"/>
                </a:solidFill>
                <a:effectLst/>
                <a:uFillTx/>
                <a:latin typeface="Arial"/>
              </a:endParaRPr>
            </a:p>
            <a:p>
              <a:pPr algn="ctr" defTabSz="914400">
                <a:lnSpc>
                  <a:spcPct val="100000"/>
                </a:lnSpc>
              </a:pPr>
              <a:r>
                <a:rPr lang="fr-FR" sz="980" b="0" u="none" strike="noStrike">
                  <a:solidFill>
                    <a:srgbClr val="525B66"/>
                  </a:solidFill>
                  <a:effectLst/>
                  <a:uFillTx/>
                  <a:latin typeface="Arial"/>
                </a:rPr>
                <a:t>Adhésion / licence</a:t>
              </a:r>
              <a:endParaRPr lang="en-US" sz="980" b="0" u="none" strike="noStrike">
                <a:solidFill>
                  <a:srgbClr val="000000"/>
                </a:solidFill>
                <a:effectLst/>
                <a:uFillTx/>
                <a:latin typeface="Arial"/>
              </a:endParaRPr>
            </a:p>
          </p:txBody>
        </p:sp>
        <p:sp>
          <p:nvSpPr>
            <p:cNvPr id="412" name="Rounded Rectangle 63"/>
            <p:cNvSpPr/>
            <p:nvPr/>
          </p:nvSpPr>
          <p:spPr>
            <a:xfrm>
              <a:off x="3398040" y="5621040"/>
              <a:ext cx="2696760" cy="1005120"/>
            </a:xfrm>
            <a:prstGeom prst="roundRect">
              <a:avLst>
                <a:gd name="adj" fmla="val 16667"/>
              </a:avLst>
            </a:pr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accent6"/>
            </a:lnRef>
            <a:fillRef idx="3">
              <a:schemeClr val="accent6"/>
            </a:fillRef>
            <a:effectRef idx="3">
              <a:schemeClr val="accent6"/>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sp>
          <p:nvSpPr>
            <p:cNvPr id="413" name="TextBox 64"/>
            <p:cNvSpPr/>
            <p:nvPr/>
          </p:nvSpPr>
          <p:spPr>
            <a:xfrm>
              <a:off x="3462120" y="5792760"/>
              <a:ext cx="2522880" cy="20700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1350" b="1" u="none" strike="noStrike">
                  <a:solidFill>
                    <a:schemeClr val="lt2">
                      <a:lumMod val="75000"/>
                    </a:schemeClr>
                  </a:solidFill>
                  <a:effectLst/>
                  <a:uFillTx/>
                  <a:latin typeface="Arial"/>
                </a:rPr>
                <a:t>Autre services BCSTO</a:t>
              </a:r>
              <a:endParaRPr lang="en-US" sz="1350" b="0" u="none" strike="noStrike">
                <a:solidFill>
                  <a:srgbClr val="000000"/>
                </a:solidFill>
                <a:effectLst/>
                <a:uFillTx/>
                <a:latin typeface="Arial"/>
              </a:endParaRPr>
            </a:p>
          </p:txBody>
        </p:sp>
        <p:sp>
          <p:nvSpPr>
            <p:cNvPr id="414" name="TextBox 65"/>
            <p:cNvSpPr/>
            <p:nvPr/>
          </p:nvSpPr>
          <p:spPr>
            <a:xfrm>
              <a:off x="3462120" y="6032520"/>
              <a:ext cx="2522880" cy="34668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980" b="0" u="none" strike="noStrike">
                  <a:solidFill>
                    <a:srgbClr val="525B66"/>
                  </a:solidFill>
                  <a:effectLst/>
                  <a:uFillTx/>
                  <a:latin typeface="Arial"/>
                </a:rPr>
                <a:t>Connexion • Mailing • Tournois</a:t>
              </a:r>
              <a:endParaRPr lang="en-US" sz="980" b="0" u="none" strike="noStrike">
                <a:solidFill>
                  <a:srgbClr val="000000"/>
                </a:solidFill>
                <a:effectLst/>
                <a:uFillTx/>
                <a:latin typeface="Arial"/>
              </a:endParaRPr>
            </a:p>
            <a:p>
              <a:pPr algn="ctr" defTabSz="914400">
                <a:lnSpc>
                  <a:spcPct val="100000"/>
                </a:lnSpc>
              </a:pPr>
              <a:r>
                <a:rPr lang="fr-FR" sz="980" b="0" u="none" strike="noStrike">
                  <a:solidFill>
                    <a:srgbClr val="525B66"/>
                  </a:solidFill>
                  <a:effectLst/>
                  <a:uFillTx/>
                  <a:latin typeface="Arial"/>
                </a:rPr>
                <a:t>Communication • …</a:t>
              </a:r>
              <a:endParaRPr lang="en-US" sz="980" b="0" u="none" strike="noStrike">
                <a:solidFill>
                  <a:srgbClr val="000000"/>
                </a:solidFill>
                <a:effectLst/>
                <a:uFillTx/>
                <a:latin typeface="Arial"/>
              </a:endParaRPr>
            </a:p>
          </p:txBody>
        </p:sp>
        <p:sp>
          <p:nvSpPr>
            <p:cNvPr id="415" name="TextBox 6"/>
            <p:cNvSpPr/>
            <p:nvPr/>
          </p:nvSpPr>
          <p:spPr>
            <a:xfrm>
              <a:off x="3891240" y="2605680"/>
              <a:ext cx="1681920" cy="168120"/>
            </a:xfrm>
            <a:prstGeom prst="rect">
              <a:avLst/>
            </a:prstGeom>
            <a:noFill/>
            <a:ln w="0">
              <a:noFill/>
            </a:ln>
          </p:spPr>
          <p:style>
            <a:lnRef idx="0"/>
            <a:fillRef idx="0"/>
            <a:effectRef idx="0"/>
            <a:fontRef idx="minor"/>
          </p:style>
          <p:txBody>
            <a:bodyPr lIns="12600" tIns="0" rIns="12600" bIns="0" anchor="ctr">
              <a:spAutoFit/>
            </a:bodyPr>
            <a:p>
              <a:pPr defTabSz="914400">
                <a:lnSpc>
                  <a:spcPct val="100000"/>
                </a:lnSpc>
              </a:pPr>
              <a:r>
                <a:rPr lang="fr-FR" sz="1100" b="1" u="none" strike="noStrike">
                  <a:solidFill>
                    <a:srgbClr val="5B8043"/>
                  </a:solidFill>
                  <a:effectLst/>
                  <a:uFillTx/>
                  <a:latin typeface="Arial"/>
                </a:rPr>
                <a:t>Adhérents / Répertoire</a:t>
              </a:r>
              <a:endParaRPr lang="en-US" sz="1100" b="0" u="none" strike="noStrike">
                <a:solidFill>
                  <a:srgbClr val="000000"/>
                </a:solidFill>
                <a:effectLst/>
                <a:uFillTx/>
                <a:latin typeface="Arial"/>
              </a:endParaRPr>
            </a:p>
          </p:txBody>
        </p:sp>
        <p:pic>
          <p:nvPicPr>
            <p:cNvPr id="416" name="Picture 105" descr="admin.jpg"/>
            <p:cNvPicPr/>
            <p:nvPr/>
          </p:nvPicPr>
          <p:blipFill>
            <a:blip r:embed="rId2"/>
            <a:stretch/>
          </p:blipFill>
          <p:spPr>
            <a:xfrm>
              <a:off x="3475800" y="2406600"/>
              <a:ext cx="329400" cy="287280"/>
            </a:xfrm>
            <a:prstGeom prst="rect">
              <a:avLst/>
            </a:prstGeom>
            <a:noFill/>
            <a:ln w="0">
              <a:noFill/>
            </a:ln>
          </p:spPr>
        </p:pic>
        <p:cxnSp>
          <p:nvCxnSpPr>
            <p:cNvPr id="417" name="Connecteur droit avec flèche 8"/>
            <p:cNvCxnSpPr/>
            <p:nvPr/>
          </p:nvCxnSpPr>
          <p:spPr>
            <a:xfrm>
              <a:off x="4708440" y="4669200"/>
              <a:ext cx="720" cy="952200"/>
            </a:xfrm>
            <a:prstGeom prst="straightConnector1">
              <a:avLst/>
            </a:prstGeom>
            <a:ln w="19050">
              <a:solidFill>
                <a:srgbClr val="4495A2"/>
              </a:solidFill>
              <a:round/>
              <a:tailEnd len="med" type="arrow" w="med"/>
            </a:ln>
          </p:spPr>
        </p:cxnSp>
        <p:cxnSp>
          <p:nvCxnSpPr>
            <p:cNvPr id="418" name="Connecteur : en angle 17"/>
            <p:cNvCxnSpPr>
              <a:stCxn id="401" idx="2"/>
              <a:endCxn id="407" idx="1"/>
            </p:cNvCxnSpPr>
            <p:nvPr/>
          </p:nvCxnSpPr>
          <p:spPr>
            <a:xfrm rot="5400000">
              <a:off x="4370040" y="3462480"/>
              <a:ext cx="568800" cy="184320"/>
            </a:xfrm>
            <a:prstGeom prst="bentConnector3">
              <a:avLst>
                <a:gd name="adj1" fmla="val 50031"/>
              </a:avLst>
            </a:prstGeom>
            <a:ln w="19050">
              <a:solidFill>
                <a:srgbClr val="4495A2"/>
              </a:solidFill>
              <a:round/>
              <a:headEnd len="med" type="arrow" w="med"/>
              <a:tailEnd len="med" type="arrow" w="med"/>
            </a:ln>
          </p:spPr>
        </p:cxnSp>
        <p:cxnSp>
          <p:nvCxnSpPr>
            <p:cNvPr id="419" name="Connecteur : en angle 18"/>
            <p:cNvCxnSpPr>
              <a:stCxn id="397" idx="2"/>
              <a:endCxn id="404" idx="1"/>
            </p:cNvCxnSpPr>
            <p:nvPr/>
          </p:nvCxnSpPr>
          <p:spPr>
            <a:xfrm flipH="1" rot="16200000">
              <a:off x="1775160" y="3368880"/>
              <a:ext cx="568080" cy="370080"/>
            </a:xfrm>
            <a:prstGeom prst="bentConnector3">
              <a:avLst>
                <a:gd name="adj1" fmla="val 50031"/>
              </a:avLst>
            </a:prstGeom>
            <a:ln w="19050">
              <a:solidFill>
                <a:srgbClr val="4495A2"/>
              </a:solidFill>
              <a:round/>
              <a:headEnd len="med" type="arrow" w="med"/>
              <a:tailEnd len="med" type="arrow" w="med"/>
            </a:ln>
          </p:spPr>
        </p:cxnSp>
        <p:sp>
          <p:nvSpPr>
            <p:cNvPr id="420" name="TextBox 58"/>
            <p:cNvSpPr/>
            <p:nvPr/>
          </p:nvSpPr>
          <p:spPr>
            <a:xfrm>
              <a:off x="1464120" y="4698000"/>
              <a:ext cx="602640" cy="236880"/>
            </a:xfrm>
            <a:prstGeom prst="rect">
              <a:avLst/>
            </a:prstGeom>
            <a:noFill/>
            <a:ln w="0">
              <a:noFill/>
            </a:ln>
          </p:spPr>
          <p:style>
            <a:lnRef idx="0"/>
            <a:fillRef idx="0"/>
            <a:effectRef idx="0"/>
            <a:fontRef idx="minor"/>
          </p:style>
          <p:txBody>
            <a:bodyPr lIns="12600" tIns="0" rIns="12600" bIns="0" anchor="ctr">
              <a:spAutoFit/>
            </a:bodyPr>
            <a:p>
              <a:pPr algn="ctr" defTabSz="914400">
                <a:lnSpc>
                  <a:spcPct val="100000"/>
                </a:lnSpc>
              </a:pPr>
              <a:r>
                <a:rPr lang="fr-FR" sz="880" b="1" u="none" strike="noStrike">
                  <a:solidFill>
                    <a:srgbClr val="2776B8"/>
                  </a:solidFill>
                  <a:effectLst/>
                  <a:uFillTx/>
                  <a:latin typeface="Arial"/>
                </a:rPr>
                <a:t>Injection</a:t>
              </a:r>
              <a:endParaRPr lang="en-US" sz="880" b="0" u="none" strike="noStrike">
                <a:solidFill>
                  <a:srgbClr val="000000"/>
                </a:solidFill>
                <a:effectLst/>
                <a:uFillTx/>
                <a:latin typeface="Arial"/>
              </a:endParaRPr>
            </a:p>
          </p:txBody>
        </p:sp>
        <p:sp>
          <p:nvSpPr>
            <p:cNvPr id="421" name="Can 60"/>
            <p:cNvSpPr/>
            <p:nvPr/>
          </p:nvSpPr>
          <p:spPr>
            <a:xfrm>
              <a:off x="3475800" y="5250240"/>
              <a:ext cx="438120" cy="529560"/>
            </a:xfrm>
            <a:prstGeom prst="can">
              <a:avLst>
                <a:gd name="adj" fmla="val 25000"/>
              </a:avLst>
            </a:prstGeom>
            <a:gradFill rotWithShape="0">
              <a:gsLst>
                <a:gs pos="0">
                  <a:srgbClr val="FDE694"/>
                </a:gs>
                <a:gs pos="50000">
                  <a:srgbClr val="FFE37F"/>
                </a:gs>
                <a:gs pos="100000">
                  <a:srgbClr val="E4CC6F"/>
                </a:gs>
              </a:gsLst>
              <a:lin ang="5400000"/>
            </a:gradFill>
            <a:ln w="0">
              <a:noFill/>
            </a:ln>
            <a:effectLst>
              <a:outerShdw algn="ctr" blurRad="57240" dir="5400000" dist="19080" rotWithShape="0">
                <a:srgbClr val="000000">
                  <a:alpha val="63000"/>
                </a:srgbClr>
              </a:outerShdw>
            </a:effectLst>
          </p:spPr>
          <p:style>
            <a:lnRef idx="0">
              <a:schemeClr val="accent2"/>
            </a:lnRef>
            <a:fillRef idx="3">
              <a:schemeClr val="accent2"/>
            </a:fillRef>
            <a:effectRef idx="3">
              <a:schemeClr val="accent2"/>
            </a:effectRef>
            <a:fontRef idx="minor"/>
          </p:style>
          <p:txBody>
            <a:bodyPr lIns="90000" tIns="45000" rIns="90000" bIns="45000" anchor="ctr">
              <a:noAutofit/>
            </a:bodyPr>
            <a:p>
              <a:pPr/>
              <a:endParaRPr lang="fr-FR" sz="1800" b="0" u="none" strike="noStrike">
                <a:solidFill>
                  <a:schemeClr val="lt1"/>
                </a:solidFill>
                <a:effectLst/>
                <a:uFillTx/>
                <a:latin typeface="Franklin Gothic Book"/>
              </a:endParaRPr>
            </a:p>
          </p:txBody>
        </p:sp>
        <p:cxnSp>
          <p:nvCxnSpPr>
            <p:cNvPr id="422" name="Connecteur : en angle 22"/>
            <p:cNvCxnSpPr>
              <a:stCxn id="421" idx="1"/>
            </p:cNvCxnSpPr>
            <p:nvPr/>
          </p:nvCxnSpPr>
          <p:spPr>
            <a:xfrm flipH="1" flipV="1" rot="5400000">
              <a:off x="3685320" y="4592520"/>
              <a:ext cx="667800" cy="648720"/>
            </a:xfrm>
            <a:prstGeom prst="bentConnector3">
              <a:avLst>
                <a:gd name="adj1" fmla="val 50000"/>
              </a:avLst>
            </a:prstGeom>
            <a:ln w="19050">
              <a:solidFill>
                <a:srgbClr val="4495A2"/>
              </a:solidFill>
              <a:round/>
              <a:tailEnd len="med" type="arrow" w="med"/>
            </a:ln>
          </p:spPr>
        </p:cxnSp>
        <p:grpSp>
          <p:nvGrpSpPr>
            <p:cNvPr id="423" name="Groupe 3"/>
            <p:cNvGrpSpPr/>
            <p:nvPr/>
          </p:nvGrpSpPr>
          <p:grpSpPr>
            <a:xfrm>
              <a:off x="603360" y="2003040"/>
              <a:ext cx="671040" cy="259560"/>
              <a:chOff x="603360" y="2003040"/>
              <a:chExt cx="671040" cy="259560"/>
            </a:xfrm>
          </p:grpSpPr>
          <p:pic>
            <p:nvPicPr>
              <p:cNvPr id="424" name="Picture 2" descr="v7_user_pc.png"/>
              <p:cNvPicPr/>
              <p:nvPr/>
            </p:nvPicPr>
            <p:blipFill>
              <a:blip r:embed="rId3">
                <a:grayscl/>
              </a:blip>
              <a:stretch/>
            </p:blipFill>
            <p:spPr>
              <a:xfrm>
                <a:off x="603360" y="2003040"/>
                <a:ext cx="671040" cy="259560"/>
              </a:xfrm>
              <a:prstGeom prst="rect">
                <a:avLst/>
              </a:prstGeom>
              <a:noFill/>
              <a:ln w="0">
                <a:noFill/>
              </a:ln>
            </p:spPr>
          </p:pic>
          <p:sp>
            <p:nvSpPr>
              <p:cNvPr id="425" name="TextBox 3"/>
              <p:cNvSpPr/>
              <p:nvPr/>
            </p:nvSpPr>
            <p:spPr>
              <a:xfrm>
                <a:off x="761760" y="2040480"/>
                <a:ext cx="512640" cy="122040"/>
              </a:xfrm>
              <a:prstGeom prst="rect">
                <a:avLst/>
              </a:prstGeom>
              <a:noFill/>
              <a:ln w="0">
                <a:noFill/>
              </a:ln>
            </p:spPr>
            <p:style>
              <a:lnRef idx="0"/>
              <a:fillRef idx="0"/>
              <a:effectRef idx="0"/>
              <a:fontRef idx="minor"/>
            </p:style>
            <p:txBody>
              <a:bodyPr lIns="0" tIns="0" rIns="0" bIns="0" anchor="ctr">
                <a:spAutoFit/>
              </a:bodyPr>
              <a:p>
                <a:pPr algn="ctr" defTabSz="914400">
                  <a:lnSpc>
                    <a:spcPct val="100000"/>
                  </a:lnSpc>
                </a:pPr>
                <a:r>
                  <a:rPr lang="fr-FR" sz="800" b="1" u="none" strike="noStrike">
                    <a:solidFill>
                      <a:srgbClr val="0D2D53"/>
                    </a:solidFill>
                    <a:effectLst/>
                    <a:uFillTx/>
                    <a:latin typeface="Arial"/>
                  </a:rPr>
                  <a:t>utilisateur</a:t>
                </a:r>
                <a:endParaRPr lang="en-US" sz="800" b="0" u="none" strike="noStrike">
                  <a:solidFill>
                    <a:srgbClr val="000000"/>
                  </a:solidFill>
                  <a:effectLst/>
                  <a:uFillTx/>
                  <a:latin typeface="Arial"/>
                </a:endParaRPr>
              </a:p>
            </p:txBody>
          </p:sp>
        </p:grpSp>
        <p:pic>
          <p:nvPicPr>
            <p:cNvPr id="426" name="Picture 2" descr="v7_user_pc.png"/>
            <p:cNvPicPr/>
            <p:nvPr/>
          </p:nvPicPr>
          <p:blipFill>
            <a:blip r:embed="rId4"/>
            <a:stretch/>
          </p:blipFill>
          <p:spPr>
            <a:xfrm>
              <a:off x="5313960" y="2001240"/>
              <a:ext cx="671040" cy="259560"/>
            </a:xfrm>
            <a:prstGeom prst="rect">
              <a:avLst/>
            </a:prstGeom>
            <a:noFill/>
            <a:ln w="0">
              <a:noFill/>
            </a:ln>
          </p:spPr>
        </p:pic>
        <p:pic>
          <p:nvPicPr>
            <p:cNvPr id="427" name="Image 12"/>
            <p:cNvPicPr/>
            <p:nvPr/>
          </p:nvPicPr>
          <p:blipFill>
            <a:blip r:embed="rId5"/>
            <a:srcRect l="0" t="23035" r="0" b="27347"/>
            <a:stretch/>
          </p:blipFill>
          <p:spPr>
            <a:xfrm>
              <a:off x="1881360" y="3633480"/>
              <a:ext cx="3131280" cy="1035000"/>
            </a:xfrm>
            <a:prstGeom prst="rect">
              <a:avLst/>
            </a:prstGeom>
            <a:noFill/>
            <a:ln w="0">
              <a:noFill/>
            </a:ln>
          </p:spPr>
        </p:pic>
      </p:grpSp>
      <p:pic>
        <p:nvPicPr>
          <p:cNvPr id="428" name="BCSTO modèle 67"/>
          <p:cNvPicPr/>
          <p:nvPr/>
        </p:nvPicPr>
        <p:blipFill>
          <a:blip r:embed="rId6"/>
          <a:stretch/>
        </p:blipFill>
        <p:spPr>
          <a:xfrm>
            <a:off x="11334600" y="228600"/>
            <a:ext cx="456480" cy="456480"/>
          </a:xfrm>
          <a:prstGeom prst="rect">
            <a:avLst/>
          </a:prstGeom>
          <a:noFill/>
          <a:ln w="0">
            <a:noFill/>
          </a:ln>
        </p:spPr>
      </p:pic>
      <p:sp>
        <p:nvSpPr>
          <p:cNvPr id="429" name="BCSTO modèle 6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30"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04  Gestion des adhérents</a:t>
            </a:r>
            <a:endParaRPr lang="en-US" sz="1050" b="0" u="none" strike="noStrike">
              <a:solidFill>
                <a:srgbClr val="000000"/>
              </a:solidFill>
              <a:effectLst/>
              <a:uFillTx/>
              <a:latin typeface="Arial"/>
            </a:endParaRPr>
          </a:p>
        </p:txBody>
      </p:sp>
      <p:sp>
        <p:nvSpPr>
          <p:cNvPr id="431"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17</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32" name=""/>
          <p:cNvPicPr/>
          <p:nvPr/>
        </p:nvPicPr>
        <p:blipFill>
          <a:blip r:embed="rId1"/>
          <a:stretch/>
        </p:blipFill>
        <p:spPr>
          <a:xfrm>
            <a:off x="11334600" y="228600"/>
            <a:ext cx="456840" cy="456840"/>
          </a:xfrm>
          <a:prstGeom prst="rect">
            <a:avLst/>
          </a:prstGeom>
          <a:noFill/>
          <a:ln w="0">
            <a:noFill/>
          </a:ln>
        </p:spPr>
      </p:pic>
      <p:sp>
        <p:nvSpPr>
          <p:cNvPr id="433" name=""/>
          <p:cNvSpPr/>
          <p:nvPr/>
        </p:nvSpPr>
        <p:spPr>
          <a:xfrm>
            <a:off x="590400" y="247680"/>
            <a:ext cx="1047708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230" b="1" u="none" strike="noStrike">
                <a:solidFill>
                  <a:srgbClr val="17291D"/>
                </a:solidFill>
                <a:effectLst/>
                <a:uFillTx/>
                <a:latin typeface="Franklin Gothic Book"/>
                <a:ea typeface="Franklin Gothic Book"/>
              </a:rPr>
              <a:t>Cartes d’admission : création</a:t>
            </a:r>
            <a:endParaRPr lang="en-US" sz="3230" b="0" u="none" strike="noStrike">
              <a:solidFill>
                <a:srgbClr val="000000"/>
              </a:solidFill>
              <a:effectLst/>
              <a:uFillTx/>
              <a:latin typeface="Arial"/>
            </a:endParaRPr>
          </a:p>
        </p:txBody>
      </p:sp>
      <p:sp>
        <p:nvSpPr>
          <p:cNvPr id="434" name=""/>
          <p:cNvSpPr/>
          <p:nvPr/>
        </p:nvSpPr>
        <p:spPr>
          <a:xfrm>
            <a:off x="590400" y="1371600"/>
            <a:ext cx="10667520" cy="475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5C7F3E"/>
                </a:solidFill>
                <a:effectLst/>
                <a:uFillTx/>
                <a:latin typeface="Franklin Gothic Book"/>
                <a:ea typeface="Franklin Gothic Book"/>
              </a:rPr>
              <a:t>Adhérents / cartes admission</a:t>
            </a:r>
            <a:endParaRPr lang="en-US" sz="1729" b="0" u="none" strike="noStrike">
              <a:solidFill>
                <a:srgbClr val="000000"/>
              </a:solidFill>
              <a:effectLst/>
              <a:uFillTx/>
              <a:latin typeface="Arial"/>
            </a:endParaRPr>
          </a:p>
        </p:txBody>
      </p:sp>
      <p:sp>
        <p:nvSpPr>
          <p:cNvPr id="435" name=""/>
          <p:cNvSpPr/>
          <p:nvPr/>
        </p:nvSpPr>
        <p:spPr>
          <a:xfrm>
            <a:off x="5904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Création automatique</a:t>
            </a:r>
            <a:endParaRPr lang="en-US" sz="2100" b="0" u="none" strike="noStrike">
              <a:solidFill>
                <a:srgbClr val="000000"/>
              </a:solidFill>
              <a:effectLst/>
              <a:uFillTx/>
              <a:latin typeface="Arial"/>
            </a:endParaRPr>
          </a:p>
        </p:txBody>
      </p:sp>
      <p:sp>
        <p:nvSpPr>
          <p:cNvPr id="436" name=""/>
          <p:cNvSpPr/>
          <p:nvPr/>
        </p:nvSpPr>
        <p:spPr>
          <a:xfrm>
            <a:off x="5904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Une vente de carte en présentiel ou un achat en ligne crée normalement la carte et son crédit de tournois.</a:t>
            </a:r>
            <a:endParaRPr lang="en-US" sz="1870" b="0" u="none" strike="noStrike">
              <a:solidFill>
                <a:srgbClr val="000000"/>
              </a:solidFill>
              <a:effectLst/>
              <a:uFillTx/>
              <a:latin typeface="Arial"/>
            </a:endParaRPr>
          </a:p>
        </p:txBody>
      </p:sp>
      <p:sp>
        <p:nvSpPr>
          <p:cNvPr id="437" name=""/>
          <p:cNvSpPr/>
          <p:nvPr/>
        </p:nvSpPr>
        <p:spPr>
          <a:xfrm>
            <a:off x="63342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Création manuelle exceptionnelle</a:t>
            </a:r>
            <a:endParaRPr lang="en-US" sz="2100" b="0" u="none" strike="noStrike">
              <a:solidFill>
                <a:srgbClr val="000000"/>
              </a:solidFill>
              <a:effectLst/>
              <a:uFillTx/>
              <a:latin typeface="Arial"/>
            </a:endParaRPr>
          </a:p>
        </p:txBody>
      </p:sp>
      <p:sp>
        <p:nvSpPr>
          <p:cNvPr id="438" name=""/>
          <p:cNvSpPr/>
          <p:nvPr/>
        </p:nvSpPr>
        <p:spPr>
          <a:xfrm>
            <a:off x="63342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Cliquer sur « Créer une carte ». Renseigner le nombre d’admissions, le titulaire et, si nécessaire, le cotitulaire.</a:t>
            </a:r>
            <a:endParaRPr lang="en-US" sz="1870" b="0" u="none" strike="noStrike">
              <a:solidFill>
                <a:srgbClr val="000000"/>
              </a:solidFill>
              <a:effectLst/>
              <a:uFillTx/>
              <a:latin typeface="Arial"/>
            </a:endParaRPr>
          </a:p>
        </p:txBody>
      </p:sp>
      <p:sp>
        <p:nvSpPr>
          <p:cNvPr id="439" name=""/>
          <p:cNvSpPr/>
          <p:nvPr/>
        </p:nvSpPr>
        <p:spPr>
          <a:xfrm>
            <a:off x="5904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Motif obligatoire</a:t>
            </a:r>
            <a:endParaRPr lang="en-US" sz="2100" b="0" u="none" strike="noStrike">
              <a:solidFill>
                <a:srgbClr val="000000"/>
              </a:solidFill>
              <a:effectLst/>
              <a:uFillTx/>
              <a:latin typeface="Arial"/>
            </a:endParaRPr>
          </a:p>
        </p:txBody>
      </p:sp>
      <p:sp>
        <p:nvSpPr>
          <p:cNvPr id="440" name=""/>
          <p:cNvSpPr/>
          <p:nvPr/>
        </p:nvSpPr>
        <p:spPr>
          <a:xfrm>
            <a:off x="5904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Le commentaire doit expliquer la création : par exemple, reprise d’un ancien solde, régularisation d’un oubli ou attribution offerte.</a:t>
            </a:r>
            <a:endParaRPr lang="en-US" sz="1870" b="0" u="none" strike="noStrike">
              <a:solidFill>
                <a:srgbClr val="000000"/>
              </a:solidFill>
              <a:effectLst/>
              <a:uFillTx/>
              <a:latin typeface="Arial"/>
            </a:endParaRPr>
          </a:p>
        </p:txBody>
      </p:sp>
      <p:sp>
        <p:nvSpPr>
          <p:cNvPr id="441" name=""/>
          <p:cNvSpPr/>
          <p:nvPr/>
        </p:nvSpPr>
        <p:spPr>
          <a:xfrm>
            <a:off x="63342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Avant de valider</a:t>
            </a:r>
            <a:endParaRPr lang="en-US" sz="2100" b="0" u="none" strike="noStrike">
              <a:solidFill>
                <a:srgbClr val="000000"/>
              </a:solidFill>
              <a:effectLst/>
              <a:uFillTx/>
              <a:latin typeface="Arial"/>
            </a:endParaRPr>
          </a:p>
        </p:txBody>
      </p:sp>
      <p:sp>
        <p:nvSpPr>
          <p:cNvPr id="442" name=""/>
          <p:cNvSpPr/>
          <p:nvPr/>
        </p:nvSpPr>
        <p:spPr>
          <a:xfrm>
            <a:off x="63342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Vérifier les titulaires et le crédit attribué. Une création manuelle crée une carte, sans enregistrer une vente.</a:t>
            </a:r>
            <a:endParaRPr lang="en-US" sz="1870" b="0" u="none" strike="noStrike">
              <a:solidFill>
                <a:srgbClr val="000000"/>
              </a:solidFill>
              <a:effectLst/>
              <a:uFillTx/>
              <a:latin typeface="Arial"/>
            </a:endParaRPr>
          </a:p>
        </p:txBody>
      </p:sp>
      <p:sp>
        <p:nvSpPr>
          <p:cNvPr id="443"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04  Gestion des adhérents</a:t>
            </a:r>
            <a:endParaRPr lang="en-US" sz="1050" b="0" u="none" strike="noStrike">
              <a:solidFill>
                <a:srgbClr val="000000"/>
              </a:solidFill>
              <a:effectLst/>
              <a:uFillTx/>
              <a:latin typeface="Arial"/>
            </a:endParaRPr>
          </a:p>
        </p:txBody>
      </p:sp>
      <p:sp>
        <p:nvSpPr>
          <p:cNvPr id="444"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18</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5" name=""/>
          <p:cNvPicPr/>
          <p:nvPr/>
        </p:nvPicPr>
        <p:blipFill>
          <a:blip r:embed="rId1"/>
          <a:stretch/>
        </p:blipFill>
        <p:spPr>
          <a:xfrm>
            <a:off x="11334600" y="228600"/>
            <a:ext cx="456840" cy="456840"/>
          </a:xfrm>
          <a:prstGeom prst="rect">
            <a:avLst/>
          </a:prstGeom>
          <a:noFill/>
          <a:ln w="0">
            <a:noFill/>
          </a:ln>
        </p:spPr>
      </p:pic>
      <p:sp>
        <p:nvSpPr>
          <p:cNvPr id="446" name=""/>
          <p:cNvSpPr/>
          <p:nvPr/>
        </p:nvSpPr>
        <p:spPr>
          <a:xfrm>
            <a:off x="590400" y="247680"/>
            <a:ext cx="1047708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230" b="1" u="none" strike="noStrike">
                <a:solidFill>
                  <a:srgbClr val="17291D"/>
                </a:solidFill>
                <a:effectLst/>
                <a:uFillTx/>
                <a:latin typeface="Franklin Gothic Book"/>
                <a:ea typeface="Franklin Gothic Book"/>
              </a:rPr>
              <a:t>Cartes d’admission : modification</a:t>
            </a:r>
            <a:endParaRPr lang="en-US" sz="3230" b="0" u="none" strike="noStrike">
              <a:solidFill>
                <a:srgbClr val="000000"/>
              </a:solidFill>
              <a:effectLst/>
              <a:uFillTx/>
              <a:latin typeface="Arial"/>
            </a:endParaRPr>
          </a:p>
        </p:txBody>
      </p:sp>
      <p:sp>
        <p:nvSpPr>
          <p:cNvPr id="447" name=""/>
          <p:cNvSpPr/>
          <p:nvPr/>
        </p:nvSpPr>
        <p:spPr>
          <a:xfrm>
            <a:off x="590400" y="1371600"/>
            <a:ext cx="10667520" cy="475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5C7F3E"/>
                </a:solidFill>
                <a:effectLst/>
                <a:uFillTx/>
                <a:latin typeface="Franklin Gothic Book"/>
                <a:ea typeface="Franklin Gothic Book"/>
              </a:rPr>
              <a:t>Adhérents / cartes admission, puis icône œil « Voir la carte »</a:t>
            </a:r>
            <a:endParaRPr lang="en-US" sz="1729" b="0" u="none" strike="noStrike">
              <a:solidFill>
                <a:srgbClr val="000000"/>
              </a:solidFill>
              <a:effectLst/>
              <a:uFillTx/>
              <a:latin typeface="Arial"/>
            </a:endParaRPr>
          </a:p>
        </p:txBody>
      </p:sp>
      <p:sp>
        <p:nvSpPr>
          <p:cNvPr id="448" name=""/>
          <p:cNvSpPr/>
          <p:nvPr/>
        </p:nvSpPr>
        <p:spPr>
          <a:xfrm>
            <a:off x="5904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Gestion du partage</a:t>
            </a:r>
            <a:endParaRPr lang="en-US" sz="2100" b="0" u="none" strike="noStrike">
              <a:solidFill>
                <a:srgbClr val="000000"/>
              </a:solidFill>
              <a:effectLst/>
              <a:uFillTx/>
              <a:latin typeface="Arial"/>
            </a:endParaRPr>
          </a:p>
        </p:txBody>
      </p:sp>
      <p:sp>
        <p:nvSpPr>
          <p:cNvPr id="449" name=""/>
          <p:cNvSpPr/>
          <p:nvPr/>
        </p:nvSpPr>
        <p:spPr>
          <a:xfrm>
            <a:off x="5904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Ajouter un second titulaire pour partager la carte. Retirer l’un des deux titulaires pour revenir à une carte individuelle.</a:t>
            </a:r>
            <a:endParaRPr lang="en-US" sz="1870" b="0" u="none" strike="noStrike">
              <a:solidFill>
                <a:srgbClr val="000000"/>
              </a:solidFill>
              <a:effectLst/>
              <a:uFillTx/>
              <a:latin typeface="Arial"/>
            </a:endParaRPr>
          </a:p>
        </p:txBody>
      </p:sp>
      <p:sp>
        <p:nvSpPr>
          <p:cNvPr id="450" name=""/>
          <p:cNvSpPr/>
          <p:nvPr/>
        </p:nvSpPr>
        <p:spPr>
          <a:xfrm>
            <a:off x="63342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Pointage et dépointage</a:t>
            </a:r>
            <a:endParaRPr lang="en-US" sz="2100" b="0" u="none" strike="noStrike">
              <a:solidFill>
                <a:srgbClr val="000000"/>
              </a:solidFill>
              <a:effectLst/>
              <a:uFillTx/>
              <a:latin typeface="Arial"/>
            </a:endParaRPr>
          </a:p>
        </p:txBody>
      </p:sp>
      <p:sp>
        <p:nvSpPr>
          <p:cNvPr id="451" name=""/>
          <p:cNvSpPr/>
          <p:nvPr/>
        </p:nvSpPr>
        <p:spPr>
          <a:xfrm>
            <a:off x="63342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Cliquer sur une case libre pour consommer une admission. Cliquer sur une case pointée pour restituer l’admission.</a:t>
            </a:r>
            <a:endParaRPr lang="en-US" sz="1870" b="0" u="none" strike="noStrike">
              <a:solidFill>
                <a:srgbClr val="000000"/>
              </a:solidFill>
              <a:effectLst/>
              <a:uFillTx/>
              <a:latin typeface="Arial"/>
            </a:endParaRPr>
          </a:p>
        </p:txBody>
      </p:sp>
      <p:sp>
        <p:nvSpPr>
          <p:cNvPr id="452" name=""/>
          <p:cNvSpPr/>
          <p:nvPr/>
        </p:nvSpPr>
        <p:spPr>
          <a:xfrm>
            <a:off x="5904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Validation des modifications</a:t>
            </a:r>
            <a:endParaRPr lang="en-US" sz="2100" b="0" u="none" strike="noStrike">
              <a:solidFill>
                <a:srgbClr val="000000"/>
              </a:solidFill>
              <a:effectLst/>
              <a:uFillTx/>
              <a:latin typeface="Arial"/>
            </a:endParaRPr>
          </a:p>
        </p:txBody>
      </p:sp>
      <p:sp>
        <p:nvSpPr>
          <p:cNvPr id="453" name=""/>
          <p:cNvSpPr/>
          <p:nvPr/>
        </p:nvSpPr>
        <p:spPr>
          <a:xfrm>
            <a:off x="5904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Contrôler les titulaires et le crédit restant, puis cliquer sur « valider » pour enregistrer les changements.</a:t>
            </a:r>
            <a:endParaRPr lang="en-US" sz="1870" b="0" u="none" strike="noStrike">
              <a:solidFill>
                <a:srgbClr val="000000"/>
              </a:solidFill>
              <a:effectLst/>
              <a:uFillTx/>
              <a:latin typeface="Arial"/>
            </a:endParaRPr>
          </a:p>
        </p:txBody>
      </p:sp>
      <p:sp>
        <p:nvSpPr>
          <p:cNvPr id="454" name=""/>
          <p:cNvSpPr/>
          <p:nvPr/>
        </p:nvSpPr>
        <p:spPr>
          <a:xfrm>
            <a:off x="63342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Suivi des cartes</a:t>
            </a:r>
            <a:endParaRPr lang="en-US" sz="2100" b="0" u="none" strike="noStrike">
              <a:solidFill>
                <a:srgbClr val="000000"/>
              </a:solidFill>
              <a:effectLst/>
              <a:uFillTx/>
              <a:latin typeface="Arial"/>
            </a:endParaRPr>
          </a:p>
        </p:txBody>
      </p:sp>
      <p:sp>
        <p:nvSpPr>
          <p:cNvPr id="455" name=""/>
          <p:cNvSpPr/>
          <p:nvPr/>
        </p:nvSpPr>
        <p:spPr>
          <a:xfrm>
            <a:off x="63342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Le filtre « Cartes non vides uniquement » masque les cartes épuisées. L’export Excel permet de sortir la liste.</a:t>
            </a:r>
            <a:endParaRPr lang="en-US" sz="1870" b="0" u="none" strike="noStrike">
              <a:solidFill>
                <a:srgbClr val="000000"/>
              </a:solidFill>
              <a:effectLst/>
              <a:uFillTx/>
              <a:latin typeface="Arial"/>
            </a:endParaRPr>
          </a:p>
        </p:txBody>
      </p:sp>
      <p:sp>
        <p:nvSpPr>
          <p:cNvPr id="456"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04  Gestion des adhérents</a:t>
            </a:r>
            <a:endParaRPr lang="en-US" sz="1050" b="0" u="none" strike="noStrike">
              <a:solidFill>
                <a:srgbClr val="000000"/>
              </a:solidFill>
              <a:effectLst/>
              <a:uFillTx/>
              <a:latin typeface="Arial"/>
            </a:endParaRPr>
          </a:p>
        </p:txBody>
      </p:sp>
      <p:sp>
        <p:nvSpPr>
          <p:cNvPr id="457"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19</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58" name=""/>
          <p:cNvPicPr/>
          <p:nvPr/>
        </p:nvPicPr>
        <p:blipFill>
          <a:blip r:embed="rId1"/>
          <a:stretch/>
        </p:blipFill>
        <p:spPr>
          <a:xfrm>
            <a:off x="11334600" y="228600"/>
            <a:ext cx="456840" cy="456840"/>
          </a:xfrm>
          <a:prstGeom prst="rect">
            <a:avLst/>
          </a:prstGeom>
          <a:noFill/>
          <a:ln w="0">
            <a:noFill/>
          </a:ln>
        </p:spPr>
      </p:pic>
      <p:sp>
        <p:nvSpPr>
          <p:cNvPr id="459" name=""/>
          <p:cNvSpPr/>
          <p:nvPr/>
        </p:nvSpPr>
        <p:spPr>
          <a:xfrm>
            <a:off x="590400" y="247680"/>
            <a:ext cx="1047708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230" b="1" u="none" strike="noStrike">
                <a:solidFill>
                  <a:srgbClr val="17291D"/>
                </a:solidFill>
                <a:effectLst/>
                <a:uFillTx/>
                <a:latin typeface="Franklin Gothic Book"/>
                <a:ea typeface="Franklin Gothic Book"/>
              </a:rPr>
              <a:t>Contrôles : adhésions et déclarations FFB</a:t>
            </a:r>
            <a:endParaRPr lang="en-US" sz="3230" b="0" u="none" strike="noStrike">
              <a:solidFill>
                <a:srgbClr val="000000"/>
              </a:solidFill>
              <a:effectLst/>
              <a:uFillTx/>
              <a:latin typeface="Arial"/>
            </a:endParaRPr>
          </a:p>
        </p:txBody>
      </p:sp>
      <p:sp>
        <p:nvSpPr>
          <p:cNvPr id="460" name=""/>
          <p:cNvSpPr/>
          <p:nvPr/>
        </p:nvSpPr>
        <p:spPr>
          <a:xfrm>
            <a:off x="590400" y="1371600"/>
            <a:ext cx="10667520" cy="475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5C7F3E"/>
                </a:solidFill>
                <a:effectLst/>
                <a:uFillTx/>
                <a:latin typeface="Franklin Gothic Book"/>
                <a:ea typeface="Franklin Gothic Book"/>
              </a:rPr>
              <a:t>Adhérents / contrôles</a:t>
            </a:r>
            <a:endParaRPr lang="en-US" sz="1729" b="0" u="none" strike="noStrike">
              <a:solidFill>
                <a:srgbClr val="000000"/>
              </a:solidFill>
              <a:effectLst/>
              <a:uFillTx/>
              <a:latin typeface="Arial"/>
            </a:endParaRPr>
          </a:p>
        </p:txBody>
      </p:sp>
      <p:sp>
        <p:nvSpPr>
          <p:cNvPr id="461" name=""/>
          <p:cNvSpPr/>
          <p:nvPr/>
        </p:nvSpPr>
        <p:spPr>
          <a:xfrm>
            <a:off x="5904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Licences perçues à déclarer</a:t>
            </a:r>
            <a:endParaRPr lang="en-US" sz="2100" b="0" u="none" strike="noStrike">
              <a:solidFill>
                <a:srgbClr val="000000"/>
              </a:solidFill>
              <a:effectLst/>
              <a:uFillTx/>
              <a:latin typeface="Arial"/>
            </a:endParaRPr>
          </a:p>
        </p:txBody>
      </p:sp>
      <p:sp>
        <p:nvSpPr>
          <p:cNvPr id="462" name=""/>
          <p:cNvSpPr/>
          <p:nvPr/>
        </p:nvSpPr>
        <p:spPr>
          <a:xfrm>
            <a:off x="5904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Repérer les licences dont le paiement a été enregistré mais qui restent à déclarer à la FFB.</a:t>
            </a:r>
            <a:endParaRPr lang="en-US" sz="1870" b="0" u="none" strike="noStrike">
              <a:solidFill>
                <a:srgbClr val="000000"/>
              </a:solidFill>
              <a:effectLst/>
              <a:uFillTx/>
              <a:latin typeface="Arial"/>
            </a:endParaRPr>
          </a:p>
        </p:txBody>
      </p:sp>
      <p:sp>
        <p:nvSpPr>
          <p:cNvPr id="463" name=""/>
          <p:cNvSpPr/>
          <p:nvPr/>
        </p:nvSpPr>
        <p:spPr>
          <a:xfrm>
            <a:off x="63342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Adhésions non réglées</a:t>
            </a:r>
            <a:endParaRPr lang="en-US" sz="2100" b="0" u="none" strike="noStrike">
              <a:solidFill>
                <a:srgbClr val="000000"/>
              </a:solidFill>
              <a:effectLst/>
              <a:uFillTx/>
              <a:latin typeface="Arial"/>
            </a:endParaRPr>
          </a:p>
        </p:txBody>
      </p:sp>
      <p:sp>
        <p:nvSpPr>
          <p:cNvPr id="464" name=""/>
          <p:cNvSpPr/>
          <p:nvPr/>
        </p:nvSpPr>
        <p:spPr>
          <a:xfrm>
            <a:off x="63342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Identifier les licenciés du club ou sympathisants déclarés à la FFB qui n’ont pas réglé leur adhésion.</a:t>
            </a:r>
            <a:endParaRPr lang="en-US" sz="1870" b="0" u="none" strike="noStrike">
              <a:solidFill>
                <a:srgbClr val="000000"/>
              </a:solidFill>
              <a:effectLst/>
              <a:uFillTx/>
              <a:latin typeface="Arial"/>
            </a:endParaRPr>
          </a:p>
        </p:txBody>
      </p:sp>
      <p:sp>
        <p:nvSpPr>
          <p:cNvPr id="465" name=""/>
          <p:cNvSpPr/>
          <p:nvPr/>
        </p:nvSpPr>
        <p:spPr>
          <a:xfrm>
            <a:off x="5904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Achats sans adhésion à jour</a:t>
            </a:r>
            <a:endParaRPr lang="en-US" sz="2100" b="0" u="none" strike="noStrike">
              <a:solidFill>
                <a:srgbClr val="000000"/>
              </a:solidFill>
              <a:effectLst/>
              <a:uFillTx/>
              <a:latin typeface="Arial"/>
            </a:endParaRPr>
          </a:p>
        </p:txBody>
      </p:sp>
      <p:sp>
        <p:nvSpPr>
          <p:cNvPr id="466" name=""/>
          <p:cNvSpPr/>
          <p:nvPr/>
        </p:nvSpPr>
        <p:spPr>
          <a:xfrm>
            <a:off x="5904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Repérer les membres qui ont effectué des achats sans avoir réglé leur adhésion au club.</a:t>
            </a:r>
            <a:endParaRPr lang="en-US" sz="1870" b="0" u="none" strike="noStrike">
              <a:solidFill>
                <a:srgbClr val="000000"/>
              </a:solidFill>
              <a:effectLst/>
              <a:uFillTx/>
              <a:latin typeface="Arial"/>
            </a:endParaRPr>
          </a:p>
        </p:txBody>
      </p:sp>
      <p:sp>
        <p:nvSpPr>
          <p:cNvPr id="467" name=""/>
          <p:cNvSpPr/>
          <p:nvPr/>
        </p:nvSpPr>
        <p:spPr>
          <a:xfrm>
            <a:off x="63342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Membres hors répertoire FFB du club</a:t>
            </a:r>
            <a:endParaRPr lang="en-US" sz="2100" b="0" u="none" strike="noStrike">
              <a:solidFill>
                <a:srgbClr val="000000"/>
              </a:solidFill>
              <a:effectLst/>
              <a:uFillTx/>
              <a:latin typeface="Arial"/>
            </a:endParaRPr>
          </a:p>
        </p:txBody>
      </p:sp>
      <p:sp>
        <p:nvSpPr>
          <p:cNvPr id="468" name=""/>
          <p:cNvSpPr/>
          <p:nvPr/>
        </p:nvSpPr>
        <p:spPr>
          <a:xfrm>
            <a:off x="63342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Examiner les adhérents à éventuellement déclarer à la FFB. La liste distingue ceux possédant un numéro de licence.</a:t>
            </a:r>
            <a:endParaRPr lang="en-US" sz="1870" b="0" u="none" strike="noStrike">
              <a:solidFill>
                <a:srgbClr val="000000"/>
              </a:solidFill>
              <a:effectLst/>
              <a:uFillTx/>
              <a:latin typeface="Arial"/>
            </a:endParaRPr>
          </a:p>
        </p:txBody>
      </p:sp>
      <p:sp>
        <p:nvSpPr>
          <p:cNvPr id="469"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04  Gestion des adhérents</a:t>
            </a:r>
            <a:endParaRPr lang="en-US" sz="1050" b="0" u="none" strike="noStrike">
              <a:solidFill>
                <a:srgbClr val="000000"/>
              </a:solidFill>
              <a:effectLst/>
              <a:uFillTx/>
              <a:latin typeface="Arial"/>
            </a:endParaRPr>
          </a:p>
        </p:txBody>
      </p:sp>
      <p:sp>
        <p:nvSpPr>
          <p:cNvPr id="470"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20</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71" name=""/>
          <p:cNvPicPr/>
          <p:nvPr/>
        </p:nvPicPr>
        <p:blipFill>
          <a:blip r:embed="rId1"/>
          <a:stretch/>
        </p:blipFill>
        <p:spPr>
          <a:xfrm>
            <a:off x="11334600" y="228600"/>
            <a:ext cx="456840" cy="456840"/>
          </a:xfrm>
          <a:prstGeom prst="rect">
            <a:avLst/>
          </a:prstGeom>
          <a:noFill/>
          <a:ln w="0">
            <a:noFill/>
          </a:ln>
        </p:spPr>
      </p:pic>
      <p:sp>
        <p:nvSpPr>
          <p:cNvPr id="472" name=""/>
          <p:cNvSpPr/>
          <p:nvPr/>
        </p:nvSpPr>
        <p:spPr>
          <a:xfrm>
            <a:off x="590400" y="247680"/>
            <a:ext cx="1047708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230" b="1" u="none" strike="noStrike">
                <a:solidFill>
                  <a:srgbClr val="17291D"/>
                </a:solidFill>
                <a:effectLst/>
                <a:uFillTx/>
                <a:latin typeface="Franklin Gothic Book"/>
                <a:ea typeface="Franklin Gothic Book"/>
              </a:rPr>
              <a:t>Contrôles : historique des achats</a:t>
            </a:r>
            <a:endParaRPr lang="en-US" sz="3230" b="0" u="none" strike="noStrike">
              <a:solidFill>
                <a:srgbClr val="000000"/>
              </a:solidFill>
              <a:effectLst/>
              <a:uFillTx/>
              <a:latin typeface="Arial"/>
            </a:endParaRPr>
          </a:p>
        </p:txBody>
      </p:sp>
      <p:sp>
        <p:nvSpPr>
          <p:cNvPr id="473" name=""/>
          <p:cNvSpPr/>
          <p:nvPr/>
        </p:nvSpPr>
        <p:spPr>
          <a:xfrm>
            <a:off x="590400" y="1371600"/>
            <a:ext cx="10667520" cy="475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5C7F3E"/>
                </a:solidFill>
                <a:effectLst/>
                <a:uFillTx/>
                <a:latin typeface="Franklin Gothic Book"/>
                <a:ea typeface="Franklin Gothic Book"/>
              </a:rPr>
              <a:t>Adhérents / contrôles</a:t>
            </a:r>
            <a:endParaRPr lang="en-US" sz="1729" b="0" u="none" strike="noStrike">
              <a:solidFill>
                <a:srgbClr val="000000"/>
              </a:solidFill>
              <a:effectLst/>
              <a:uFillTx/>
              <a:latin typeface="Arial"/>
            </a:endParaRPr>
          </a:p>
        </p:txBody>
      </p:sp>
      <p:sp>
        <p:nvSpPr>
          <p:cNvPr id="474" name=""/>
          <p:cNvSpPr/>
          <p:nvPr/>
        </p:nvSpPr>
        <p:spPr>
          <a:xfrm>
            <a:off x="5904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Lecture par compte</a:t>
            </a:r>
            <a:endParaRPr lang="en-US" sz="2100" b="0" u="none" strike="noStrike">
              <a:solidFill>
                <a:srgbClr val="000000"/>
              </a:solidFill>
              <a:effectLst/>
              <a:uFillTx/>
              <a:latin typeface="Arial"/>
            </a:endParaRPr>
          </a:p>
        </p:txBody>
      </p:sp>
      <p:sp>
        <p:nvSpPr>
          <p:cNvPr id="475" name=""/>
          <p:cNvSpPr/>
          <p:nvPr/>
        </p:nvSpPr>
        <p:spPr>
          <a:xfrm>
            <a:off x="5904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Choisir un compte de résultats pour afficher les montants enregistrés par adhérent et par mois de la saison.</a:t>
            </a:r>
            <a:endParaRPr lang="en-US" sz="1870" b="0" u="none" strike="noStrike">
              <a:solidFill>
                <a:srgbClr val="000000"/>
              </a:solidFill>
              <a:effectLst/>
              <a:uFillTx/>
              <a:latin typeface="Arial"/>
            </a:endParaRPr>
          </a:p>
        </p:txBody>
      </p:sp>
      <p:sp>
        <p:nvSpPr>
          <p:cNvPr id="476" name=""/>
          <p:cNvSpPr/>
          <p:nvPr/>
        </p:nvSpPr>
        <p:spPr>
          <a:xfrm>
            <a:off x="6334200" y="219060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Lecture par adhérent</a:t>
            </a:r>
            <a:endParaRPr lang="en-US" sz="2100" b="0" u="none" strike="noStrike">
              <a:solidFill>
                <a:srgbClr val="000000"/>
              </a:solidFill>
              <a:effectLst/>
              <a:uFillTx/>
              <a:latin typeface="Arial"/>
            </a:endParaRPr>
          </a:p>
        </p:txBody>
      </p:sp>
      <p:sp>
        <p:nvSpPr>
          <p:cNvPr id="477" name=""/>
          <p:cNvSpPr/>
          <p:nvPr/>
        </p:nvSpPr>
        <p:spPr>
          <a:xfrm>
            <a:off x="6334200" y="272412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Sélectionner un adhérent pour consulter son relevé d’achats, ses avoirs et sa dette éventuelle.</a:t>
            </a:r>
            <a:endParaRPr lang="en-US" sz="1870" b="0" u="none" strike="noStrike">
              <a:solidFill>
                <a:srgbClr val="000000"/>
              </a:solidFill>
              <a:effectLst/>
              <a:uFillTx/>
              <a:latin typeface="Arial"/>
            </a:endParaRPr>
          </a:p>
        </p:txBody>
      </p:sp>
      <p:sp>
        <p:nvSpPr>
          <p:cNvPr id="478" name=""/>
          <p:cNvSpPr/>
          <p:nvPr/>
        </p:nvSpPr>
        <p:spPr>
          <a:xfrm>
            <a:off x="5904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Recherche d’une anomalie</a:t>
            </a:r>
            <a:endParaRPr lang="en-US" sz="2100" b="0" u="none" strike="noStrike">
              <a:solidFill>
                <a:srgbClr val="000000"/>
              </a:solidFill>
              <a:effectLst/>
              <a:uFillTx/>
              <a:latin typeface="Arial"/>
            </a:endParaRPr>
          </a:p>
        </p:txBody>
      </p:sp>
      <p:sp>
        <p:nvSpPr>
          <p:cNvPr id="479" name=""/>
          <p:cNvSpPr/>
          <p:nvPr/>
        </p:nvSpPr>
        <p:spPr>
          <a:xfrm>
            <a:off x="5904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Comparer le relevé au paiement ou au justificatif concerné. Repérer les oublis, doublons ou situations à régulariser.</a:t>
            </a:r>
            <a:endParaRPr lang="en-US" sz="1870" b="0" u="none" strike="noStrike">
              <a:solidFill>
                <a:srgbClr val="000000"/>
              </a:solidFill>
              <a:effectLst/>
              <a:uFillTx/>
              <a:latin typeface="Arial"/>
            </a:endParaRPr>
          </a:p>
        </p:txBody>
      </p:sp>
      <p:sp>
        <p:nvSpPr>
          <p:cNvPr id="480" name=""/>
          <p:cNvSpPr/>
          <p:nvPr/>
        </p:nvSpPr>
        <p:spPr>
          <a:xfrm>
            <a:off x="6334200" y="4286160"/>
            <a:ext cx="5000400" cy="428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00" b="1" u="none" strike="noStrike">
                <a:solidFill>
                  <a:srgbClr val="4495A2"/>
                </a:solidFill>
                <a:effectLst/>
                <a:uFillTx/>
                <a:latin typeface="Franklin Gothic Book"/>
                <a:ea typeface="Franklin Gothic Book"/>
              </a:rPr>
              <a:t>Correction dans la fonction adaptée</a:t>
            </a:r>
            <a:endParaRPr lang="en-US" sz="2100" b="0" u="none" strike="noStrike">
              <a:solidFill>
                <a:srgbClr val="000000"/>
              </a:solidFill>
              <a:effectLst/>
              <a:uFillTx/>
              <a:latin typeface="Arial"/>
            </a:endParaRPr>
          </a:p>
        </p:txBody>
      </p:sp>
      <p:sp>
        <p:nvSpPr>
          <p:cNvPr id="481" name=""/>
          <p:cNvSpPr/>
          <p:nvPr/>
        </p:nvSpPr>
        <p:spPr>
          <a:xfrm>
            <a:off x="6334200" y="4819680"/>
            <a:ext cx="500040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17291D"/>
                </a:solidFill>
                <a:effectLst/>
                <a:uFillTx/>
                <a:latin typeface="Franklin Gothic Book"/>
                <a:ea typeface="Franklin Gothic Book"/>
              </a:rPr>
              <a:t>Les contrôles aident au diagnostic. Effectuer la correction dans la fonction concernée ou solliciter le trésorier.</a:t>
            </a:r>
            <a:endParaRPr lang="en-US" sz="1870" b="0" u="none" strike="noStrike">
              <a:solidFill>
                <a:srgbClr val="000000"/>
              </a:solidFill>
              <a:effectLst/>
              <a:uFillTx/>
              <a:latin typeface="Arial"/>
            </a:endParaRPr>
          </a:p>
        </p:txBody>
      </p:sp>
      <p:sp>
        <p:nvSpPr>
          <p:cNvPr id="482"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04  Gestion des adhérents</a:t>
            </a:r>
            <a:endParaRPr lang="en-US" sz="1050" b="0" u="none" strike="noStrike">
              <a:solidFill>
                <a:srgbClr val="000000"/>
              </a:solidFill>
              <a:effectLst/>
              <a:uFillTx/>
              <a:latin typeface="Arial"/>
            </a:endParaRPr>
          </a:p>
        </p:txBody>
      </p:sp>
      <p:sp>
        <p:nvSpPr>
          <p:cNvPr id="483"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21</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84" name=""/>
          <p:cNvPicPr/>
          <p:nvPr/>
        </p:nvPicPr>
        <p:blipFill>
          <a:blip r:embed="rId1"/>
          <a:stretch/>
        </p:blipFill>
        <p:spPr>
          <a:xfrm>
            <a:off x="11334600" y="228600"/>
            <a:ext cx="456840" cy="456840"/>
          </a:xfrm>
          <a:prstGeom prst="rect">
            <a:avLst/>
          </a:prstGeom>
          <a:noFill/>
          <a:ln w="0">
            <a:noFill/>
          </a:ln>
        </p:spPr>
      </p:pic>
      <p:sp>
        <p:nvSpPr>
          <p:cNvPr id="485"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05</a:t>
            </a:r>
            <a:endParaRPr lang="en-US" sz="8400" b="0" u="none" strike="noStrike">
              <a:solidFill>
                <a:srgbClr val="000000"/>
              </a:solidFill>
              <a:effectLst/>
              <a:uFillTx/>
              <a:latin typeface="Arial"/>
            </a:endParaRPr>
          </a:p>
        </p:txBody>
      </p:sp>
      <p:sp>
        <p:nvSpPr>
          <p:cNvPr id="486"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Comptabilité</a:t>
            </a:r>
            <a:endParaRPr lang="en-US" sz="4200" b="0" u="none" strike="noStrike">
              <a:solidFill>
                <a:srgbClr val="000000"/>
              </a:solidFill>
              <a:effectLst/>
              <a:uFillTx/>
              <a:latin typeface="Arial"/>
            </a:endParaRPr>
          </a:p>
        </p:txBody>
      </p:sp>
      <p:sp>
        <p:nvSpPr>
          <p:cNvPr id="487"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Comptabilité</a:t>
            </a:r>
            <a:endParaRPr lang="en-US" sz="1870" b="0" u="none" strike="noStrike">
              <a:solidFill>
                <a:srgbClr val="000000"/>
              </a:solidFill>
              <a:effectLst/>
              <a:uFillTx/>
              <a:latin typeface="Arial"/>
            </a:endParaRPr>
          </a:p>
        </p:txBody>
      </p:sp>
      <p:sp>
        <p:nvSpPr>
          <p:cNvPr id="488"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État de caisse, chèques et rapprochement bancaire</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Écriture, résultats et bilan</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Synthèse</a:t>
            </a:r>
            <a:endParaRPr lang="en-US" sz="2020" b="0" u="none" strike="noStrike">
              <a:solidFill>
                <a:srgbClr val="000000"/>
              </a:solidFill>
              <a:effectLst/>
              <a:uFillTx/>
              <a:latin typeface="Arial"/>
            </a:endParaRPr>
          </a:p>
        </p:txBody>
      </p:sp>
      <p:sp>
        <p:nvSpPr>
          <p:cNvPr id="489"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Procédures comptables : à développer</a:t>
            </a:r>
            <a:endParaRPr lang="en-US" sz="1430" b="0" u="none" strike="noStrike">
              <a:solidFill>
                <a:srgbClr val="000000"/>
              </a:solidFill>
              <a:effectLst/>
              <a:uFillTx/>
              <a:latin typeface="Arial"/>
            </a:endParaRPr>
          </a:p>
        </p:txBody>
      </p:sp>
      <p:sp>
        <p:nvSpPr>
          <p:cNvPr id="490"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22</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Rectangle 457"/>
          <p:cNvSpPr/>
          <p:nvPr/>
        </p:nvSpPr>
        <p:spPr>
          <a:xfrm>
            <a:off x="590400" y="228600"/>
            <a:ext cx="10952640" cy="761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3300" b="1" u="none" strike="noStrike">
                <a:solidFill>
                  <a:srgbClr val="111111"/>
                </a:solidFill>
                <a:effectLst/>
                <a:uFillTx/>
                <a:latin typeface="Franklin Gothic Book"/>
                <a:ea typeface="Franklin Gothic Book"/>
              </a:rPr>
              <a:t>Encaissements : les opérations manuelles</a:t>
            </a:r>
            <a:endParaRPr lang="en-US" sz="3300" b="0" u="none" strike="noStrike">
              <a:solidFill>
                <a:srgbClr val="000000"/>
              </a:solidFill>
              <a:effectLst/>
              <a:uFillTx/>
              <a:latin typeface="Arial"/>
            </a:endParaRPr>
          </a:p>
        </p:txBody>
      </p:sp>
      <p:sp>
        <p:nvSpPr>
          <p:cNvPr id="492" name="Rectangle 459"/>
          <p:cNvSpPr/>
          <p:nvPr/>
        </p:nvSpPr>
        <p:spPr>
          <a:xfrm>
            <a:off x="590400" y="1495440"/>
            <a:ext cx="10952640" cy="427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00" b="0" u="none" strike="noStrike">
                <a:solidFill>
                  <a:srgbClr val="5C7F3E"/>
                </a:solidFill>
                <a:effectLst/>
                <a:uFillTx/>
                <a:latin typeface="Franklin Gothic Book"/>
                <a:ea typeface="Franklin Gothic Book"/>
              </a:rPr>
              <a:t>BCSTO enregistre les ventes. Certaines tâches restent à réaliser.</a:t>
            </a:r>
            <a:endParaRPr lang="en-US" sz="1800" b="0" u="none" strike="noStrike">
              <a:solidFill>
                <a:srgbClr val="000000"/>
              </a:solidFill>
              <a:effectLst/>
              <a:uFillTx/>
              <a:latin typeface="Arial"/>
            </a:endParaRPr>
          </a:p>
        </p:txBody>
      </p:sp>
      <p:sp>
        <p:nvSpPr>
          <p:cNvPr id="493" name="Rectangle 460"/>
          <p:cNvSpPr/>
          <p:nvPr/>
        </p:nvSpPr>
        <p:spPr>
          <a:xfrm>
            <a:off x="590400" y="2266920"/>
            <a:ext cx="5047200" cy="427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Tamponnage des chèques</a:t>
            </a:r>
            <a:endParaRPr lang="en-US" sz="2170" b="0" u="none" strike="noStrike">
              <a:solidFill>
                <a:srgbClr val="000000"/>
              </a:solidFill>
              <a:effectLst/>
              <a:uFillTx/>
              <a:latin typeface="Arial"/>
            </a:endParaRPr>
          </a:p>
        </p:txBody>
      </p:sp>
      <p:sp>
        <p:nvSpPr>
          <p:cNvPr id="494" name="Rectangle 461"/>
          <p:cNvSpPr/>
          <p:nvPr/>
        </p:nvSpPr>
        <p:spPr>
          <a:xfrm>
            <a:off x="590400" y="2828880"/>
            <a:ext cx="5047200" cy="10465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Tamponner les chèques reçus avant leur remise à la banque.</a:t>
            </a:r>
            <a:endParaRPr lang="en-US" sz="1870" b="0" u="none" strike="noStrike">
              <a:solidFill>
                <a:srgbClr val="000000"/>
              </a:solidFill>
              <a:effectLst/>
              <a:uFillTx/>
              <a:latin typeface="Arial"/>
            </a:endParaRPr>
          </a:p>
        </p:txBody>
      </p:sp>
      <p:sp>
        <p:nvSpPr>
          <p:cNvPr id="495" name="Rectangle 462"/>
          <p:cNvSpPr/>
          <p:nvPr/>
        </p:nvSpPr>
        <p:spPr>
          <a:xfrm>
            <a:off x="6334200" y="2266920"/>
            <a:ext cx="5047200" cy="427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Vérification de caisse</a:t>
            </a:r>
            <a:endParaRPr lang="en-US" sz="2170" b="0" u="none" strike="noStrike">
              <a:solidFill>
                <a:srgbClr val="000000"/>
              </a:solidFill>
              <a:effectLst/>
              <a:uFillTx/>
              <a:latin typeface="Arial"/>
            </a:endParaRPr>
          </a:p>
        </p:txBody>
      </p:sp>
      <p:sp>
        <p:nvSpPr>
          <p:cNvPr id="496" name="Rectangle 463"/>
          <p:cNvSpPr/>
          <p:nvPr/>
        </p:nvSpPr>
        <p:spPr>
          <a:xfrm>
            <a:off x="6334200" y="2828880"/>
            <a:ext cx="5047200" cy="10465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Compter les espèces et les chèques, puis vérifier leur concordance avec les encaissements enregistrés.</a:t>
            </a:r>
            <a:endParaRPr lang="en-US" sz="1870" b="0" u="none" strike="noStrike">
              <a:solidFill>
                <a:srgbClr val="000000"/>
              </a:solidFill>
              <a:effectLst/>
              <a:uFillTx/>
              <a:latin typeface="Arial"/>
            </a:endParaRPr>
          </a:p>
        </p:txBody>
      </p:sp>
      <p:sp>
        <p:nvSpPr>
          <p:cNvPr id="497" name="Rectangle 464"/>
          <p:cNvSpPr/>
          <p:nvPr/>
        </p:nvSpPr>
        <p:spPr>
          <a:xfrm>
            <a:off x="590400" y="4143240"/>
            <a:ext cx="5047200" cy="427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Préparation des dépôts en banque</a:t>
            </a:r>
            <a:endParaRPr lang="en-US" sz="2170" b="0" u="none" strike="noStrike">
              <a:solidFill>
                <a:srgbClr val="000000"/>
              </a:solidFill>
              <a:effectLst/>
              <a:uFillTx/>
              <a:latin typeface="Arial"/>
            </a:endParaRPr>
          </a:p>
        </p:txBody>
      </p:sp>
      <p:sp>
        <p:nvSpPr>
          <p:cNvPr id="498" name="Rectangle 465"/>
          <p:cNvSpPr/>
          <p:nvPr/>
        </p:nvSpPr>
        <p:spPr>
          <a:xfrm>
            <a:off x="590400" y="4705200"/>
            <a:ext cx="5047200" cy="10465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Sortir de la caisse les espèces et les chèques à déposer, préparer les remises et enregistrer ces mouvements.</a:t>
            </a:r>
            <a:endParaRPr lang="en-US" sz="1870" b="0" u="none" strike="noStrike">
              <a:solidFill>
                <a:srgbClr val="000000"/>
              </a:solidFill>
              <a:effectLst/>
              <a:uFillTx/>
              <a:latin typeface="Arial"/>
            </a:endParaRPr>
          </a:p>
        </p:txBody>
      </p:sp>
      <p:sp>
        <p:nvSpPr>
          <p:cNvPr id="499" name="Rectangle 466"/>
          <p:cNvSpPr/>
          <p:nvPr/>
        </p:nvSpPr>
        <p:spPr>
          <a:xfrm>
            <a:off x="6334200" y="4143240"/>
            <a:ext cx="5047200" cy="427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4495A2"/>
                </a:solidFill>
                <a:effectLst/>
                <a:uFillTx/>
                <a:latin typeface="Franklin Gothic Book"/>
                <a:ea typeface="Franklin Gothic Book"/>
              </a:rPr>
              <a:t>Consolidation bancaire</a:t>
            </a:r>
            <a:endParaRPr lang="en-US" sz="2170" b="0" u="none" strike="noStrike">
              <a:solidFill>
                <a:srgbClr val="000000"/>
              </a:solidFill>
              <a:effectLst/>
              <a:uFillTx/>
              <a:latin typeface="Arial"/>
            </a:endParaRPr>
          </a:p>
        </p:txBody>
      </p:sp>
      <p:sp>
        <p:nvSpPr>
          <p:cNvPr id="500" name="Rectangle 467"/>
          <p:cNvSpPr/>
          <p:nvPr/>
        </p:nvSpPr>
        <p:spPr>
          <a:xfrm>
            <a:off x="6334200" y="4705200"/>
            <a:ext cx="5047200" cy="10465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11111"/>
                </a:solidFill>
                <a:effectLst/>
                <a:uFillTx/>
                <a:latin typeface="Franklin Gothic Book"/>
                <a:ea typeface="Franklin Gothic Book"/>
              </a:rPr>
              <a:t>Rapprocher les remises et les encaissements enregistrés avec les mouvements du relevé bancaire.</a:t>
            </a:r>
            <a:endParaRPr lang="en-US" sz="1870" b="0" u="none" strike="noStrike">
              <a:solidFill>
                <a:srgbClr val="000000"/>
              </a:solidFill>
              <a:effectLst/>
              <a:uFillTx/>
              <a:latin typeface="Arial"/>
            </a:endParaRPr>
          </a:p>
        </p:txBody>
      </p:sp>
      <p:sp>
        <p:nvSpPr>
          <p:cNvPr id="501" name="Rectangle 468"/>
          <p:cNvSpPr/>
          <p:nvPr/>
        </p:nvSpPr>
        <p:spPr>
          <a:xfrm>
            <a:off x="590400" y="6058080"/>
            <a:ext cx="10762200" cy="52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1" u="none" strike="noStrike">
                <a:solidFill>
                  <a:srgbClr val="5C7F3E"/>
                </a:solidFill>
                <a:effectLst/>
                <a:uFillTx/>
                <a:latin typeface="Franklin Gothic Book"/>
                <a:ea typeface="Franklin Gothic Book"/>
              </a:rPr>
              <a:t>Et bien d’autres opérations… qui relèvent du rôle du trésorier.</a:t>
            </a:r>
            <a:endParaRPr lang="en-US" sz="2100" b="0" u="none" strike="noStrike">
              <a:solidFill>
                <a:srgbClr val="000000"/>
              </a:solidFill>
              <a:effectLst/>
              <a:uFillTx/>
              <a:latin typeface="Arial"/>
            </a:endParaRPr>
          </a:p>
        </p:txBody>
      </p:sp>
      <p:pic>
        <p:nvPicPr>
          <p:cNvPr id="502" name="BCSTO modèle 471"/>
          <p:cNvPicPr/>
          <p:nvPr/>
        </p:nvPicPr>
        <p:blipFill>
          <a:blip r:embed="rId1"/>
          <a:stretch/>
        </p:blipFill>
        <p:spPr>
          <a:xfrm>
            <a:off x="11334600" y="228600"/>
            <a:ext cx="456480" cy="456480"/>
          </a:xfrm>
          <a:prstGeom prst="rect">
            <a:avLst/>
          </a:prstGeom>
          <a:noFill/>
          <a:ln w="0">
            <a:noFill/>
          </a:ln>
        </p:spPr>
      </p:pic>
      <p:sp>
        <p:nvSpPr>
          <p:cNvPr id="503" name="BCSTO modèle 472"/>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504"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05  Comptabilité</a:t>
            </a:r>
            <a:endParaRPr lang="en-US" sz="1050" b="0" u="none" strike="noStrike">
              <a:solidFill>
                <a:srgbClr val="000000"/>
              </a:solidFill>
              <a:effectLst/>
              <a:uFillTx/>
              <a:latin typeface="Arial"/>
            </a:endParaRPr>
          </a:p>
        </p:txBody>
      </p:sp>
      <p:sp>
        <p:nvSpPr>
          <p:cNvPr id="505"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23</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06" name=""/>
          <p:cNvPicPr/>
          <p:nvPr/>
        </p:nvPicPr>
        <p:blipFill>
          <a:blip r:embed="rId1"/>
          <a:stretch/>
        </p:blipFill>
        <p:spPr>
          <a:xfrm>
            <a:off x="11334600" y="228600"/>
            <a:ext cx="456840" cy="456840"/>
          </a:xfrm>
          <a:prstGeom prst="rect">
            <a:avLst/>
          </a:prstGeom>
          <a:noFill/>
          <a:ln w="0">
            <a:noFill/>
          </a:ln>
        </p:spPr>
      </p:pic>
      <p:sp>
        <p:nvSpPr>
          <p:cNvPr id="507"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06</a:t>
            </a:r>
            <a:endParaRPr lang="en-US" sz="8400" b="0" u="none" strike="noStrike">
              <a:solidFill>
                <a:srgbClr val="000000"/>
              </a:solidFill>
              <a:effectLst/>
              <a:uFillTx/>
              <a:latin typeface="Arial"/>
            </a:endParaRPr>
          </a:p>
        </p:txBody>
      </p:sp>
      <p:sp>
        <p:nvSpPr>
          <p:cNvPr id="508"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Stripe</a:t>
            </a:r>
            <a:endParaRPr lang="en-US" sz="4200" b="0" u="none" strike="noStrike">
              <a:solidFill>
                <a:srgbClr val="000000"/>
              </a:solidFill>
              <a:effectLst/>
              <a:uFillTx/>
              <a:latin typeface="Arial"/>
            </a:endParaRPr>
          </a:p>
        </p:txBody>
      </p:sp>
      <p:sp>
        <p:nvSpPr>
          <p:cNvPr id="509"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Stripe</a:t>
            </a:r>
            <a:endParaRPr lang="en-US" sz="1870" b="0" u="none" strike="noStrike">
              <a:solidFill>
                <a:srgbClr val="000000"/>
              </a:solidFill>
              <a:effectLst/>
              <a:uFillTx/>
              <a:latin typeface="Arial"/>
            </a:endParaRPr>
          </a:p>
        </p:txBody>
      </p:sp>
      <p:sp>
        <p:nvSpPr>
          <p:cNvPr id="510"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Rapprochement</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Remboursement</a:t>
            </a:r>
            <a:endParaRPr lang="en-US" sz="2020" b="0" u="none" strike="noStrike">
              <a:solidFill>
                <a:srgbClr val="000000"/>
              </a:solidFill>
              <a:effectLst/>
              <a:uFillTx/>
              <a:latin typeface="Arial"/>
            </a:endParaRPr>
          </a:p>
        </p:txBody>
      </p:sp>
      <p:sp>
        <p:nvSpPr>
          <p:cNvPr id="511"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512"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24</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3" name=""/>
          <p:cNvPicPr/>
          <p:nvPr/>
        </p:nvPicPr>
        <p:blipFill>
          <a:blip r:embed="rId1"/>
          <a:stretch/>
        </p:blipFill>
        <p:spPr>
          <a:xfrm>
            <a:off x="11334600" y="228600"/>
            <a:ext cx="456840" cy="456840"/>
          </a:xfrm>
          <a:prstGeom prst="rect">
            <a:avLst/>
          </a:prstGeom>
          <a:noFill/>
          <a:ln w="0">
            <a:noFill/>
          </a:ln>
        </p:spPr>
      </p:pic>
      <p:sp>
        <p:nvSpPr>
          <p:cNvPr id="514"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07</a:t>
            </a:r>
            <a:endParaRPr lang="en-US" sz="8400" b="0" u="none" strike="noStrike">
              <a:solidFill>
                <a:srgbClr val="000000"/>
              </a:solidFill>
              <a:effectLst/>
              <a:uFillTx/>
              <a:latin typeface="Arial"/>
            </a:endParaRPr>
          </a:p>
        </p:txBody>
      </p:sp>
      <p:sp>
        <p:nvSpPr>
          <p:cNvPr id="515"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Outils</a:t>
            </a:r>
            <a:endParaRPr lang="en-US" sz="4200" b="0" u="none" strike="noStrike">
              <a:solidFill>
                <a:srgbClr val="000000"/>
              </a:solidFill>
              <a:effectLst/>
              <a:uFillTx/>
              <a:latin typeface="Arial"/>
            </a:endParaRPr>
          </a:p>
        </p:txBody>
      </p:sp>
      <p:sp>
        <p:nvSpPr>
          <p:cNvPr id="516"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Outils</a:t>
            </a:r>
            <a:endParaRPr lang="en-US" sz="1870" b="0" u="none" strike="noStrike">
              <a:solidFill>
                <a:srgbClr val="000000"/>
              </a:solidFill>
              <a:effectLst/>
              <a:uFillTx/>
              <a:latin typeface="Arial"/>
            </a:endParaRPr>
          </a:p>
        </p:txBody>
      </p:sp>
      <p:sp>
        <p:nvSpPr>
          <p:cNvPr id="517"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Base de données</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Droits d’accès et configuration</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Backup comptable</a:t>
            </a:r>
            <a:endParaRPr lang="en-US" sz="2020" b="0" u="none" strike="noStrike">
              <a:solidFill>
                <a:srgbClr val="000000"/>
              </a:solidFill>
              <a:effectLst/>
              <a:uFillTx/>
              <a:latin typeface="Arial"/>
            </a:endParaRPr>
          </a:p>
        </p:txBody>
      </p:sp>
      <p:sp>
        <p:nvSpPr>
          <p:cNvPr id="518"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519"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25</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20" name=""/>
          <p:cNvPicPr/>
          <p:nvPr/>
        </p:nvPicPr>
        <p:blipFill>
          <a:blip r:embed="rId1"/>
          <a:stretch/>
        </p:blipFill>
        <p:spPr>
          <a:xfrm>
            <a:off x="11334600" y="228600"/>
            <a:ext cx="456840" cy="456840"/>
          </a:xfrm>
          <a:prstGeom prst="rect">
            <a:avLst/>
          </a:prstGeom>
          <a:noFill/>
          <a:ln w="0">
            <a:noFill/>
          </a:ln>
        </p:spPr>
      </p:pic>
      <p:sp>
        <p:nvSpPr>
          <p:cNvPr id="521"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08</a:t>
            </a:r>
            <a:endParaRPr lang="en-US" sz="8400" b="0" u="none" strike="noStrike">
              <a:solidFill>
                <a:srgbClr val="000000"/>
              </a:solidFill>
              <a:effectLst/>
              <a:uFillTx/>
              <a:latin typeface="Arial"/>
            </a:endParaRPr>
          </a:p>
        </p:txBody>
      </p:sp>
      <p:sp>
        <p:nvSpPr>
          <p:cNvPr id="522"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Site web (CMS)</a:t>
            </a:r>
            <a:endParaRPr lang="en-US" sz="4200" b="0" u="none" strike="noStrike">
              <a:solidFill>
                <a:srgbClr val="000000"/>
              </a:solidFill>
              <a:effectLst/>
              <a:uFillTx/>
              <a:latin typeface="Arial"/>
            </a:endParaRPr>
          </a:p>
        </p:txBody>
      </p:sp>
      <p:sp>
        <p:nvSpPr>
          <p:cNvPr id="523"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Site web</a:t>
            </a:r>
            <a:endParaRPr lang="en-US" sz="1870" b="0" u="none" strike="noStrike">
              <a:solidFill>
                <a:srgbClr val="000000"/>
              </a:solidFill>
              <a:effectLst/>
              <a:uFillTx/>
              <a:latin typeface="Arial"/>
            </a:endParaRPr>
          </a:p>
        </p:txBody>
      </p:sp>
      <p:sp>
        <p:nvSpPr>
          <p:cNvPr id="524"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Paramètres UI et barre de navigation</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Pages et articles, utilitaires images</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Compétitions et accès au site</a:t>
            </a:r>
            <a:endParaRPr lang="en-US" sz="2020" b="0" u="none" strike="noStrike">
              <a:solidFill>
                <a:srgbClr val="000000"/>
              </a:solidFill>
              <a:effectLst/>
              <a:uFillTx/>
              <a:latin typeface="Arial"/>
            </a:endParaRPr>
          </a:p>
        </p:txBody>
      </p:sp>
      <p:sp>
        <p:nvSpPr>
          <p:cNvPr id="525"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Paramètres, images et compétitions : à développer</a:t>
            </a:r>
            <a:endParaRPr lang="en-US" sz="1430" b="0" u="none" strike="noStrike">
              <a:solidFill>
                <a:srgbClr val="000000"/>
              </a:solidFill>
              <a:effectLst/>
              <a:uFillTx/>
              <a:latin typeface="Arial"/>
            </a:endParaRPr>
          </a:p>
        </p:txBody>
      </p:sp>
      <p:sp>
        <p:nvSpPr>
          <p:cNvPr id="526"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26</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Éditeur(s) site public</a:t>
            </a:r>
            <a:br>
              <a:rPr sz="4400"/>
            </a:br>
            <a:r>
              <a:rPr lang="fr-FR" sz="4400" b="1" u="none" spc="99" strike="noStrike">
                <a:solidFill>
                  <a:schemeClr val="dk1"/>
                </a:solidFill>
                <a:effectLst/>
                <a:uFillTx/>
                <a:latin typeface="Franklin Gothic Demi"/>
              </a:rPr>
              <a:t>Menus, pages et articles </a:t>
            </a:r>
            <a:endParaRPr lang="fr-FR" sz="4400" b="1" u="none" spc="99" strike="noStrike">
              <a:solidFill>
                <a:schemeClr val="dk1"/>
              </a:solidFill>
              <a:effectLst/>
              <a:uFillTx/>
              <a:latin typeface="Franklin Gothic Demi"/>
            </a:endParaRPr>
          </a:p>
        </p:txBody>
      </p:sp>
      <p:sp>
        <p:nvSpPr>
          <p:cNvPr id="528" name="PlaceHolder 2"/>
          <p:cNvSpPr>
            <a:spLocks noGrp="1"/>
          </p:cNvSpPr>
          <p:nvPr>
            <p:ph hasCustomPrompt="1"/>
          </p:nvPr>
        </p:nvSpPr>
        <p:spPr>
          <a:xfrm>
            <a:off x="6095880" y="1878480"/>
            <a:ext cx="5315040" cy="4650840"/>
          </a:xfrm>
          <a:prstGeom prst="rect">
            <a:avLst/>
          </a:prstGeom>
          <a:noFill/>
          <a:ln w="0">
            <a:noFill/>
          </a:ln>
        </p:spPr>
        <p:txBody>
          <a:bodyPr lIns="0" tIns="45720" rIns="91440" bIns="45720" anchor="t">
            <a:normAutofit fontScale="92500" lnSpcReduction="9999"/>
          </a:bodyPr>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Deux éditeurs distincts:</a:t>
            </a:r>
            <a:endParaRPr lang="fr-FR" sz="2000" b="0" u="none" strike="noStrike">
              <a:solidFill>
                <a:schemeClr val="dk1"/>
              </a:solidFill>
              <a:effectLst/>
              <a:uFillTx/>
              <a:latin typeface="Franklin Gothic Book"/>
            </a:endParaRPr>
          </a:p>
          <a:p>
            <a:pPr marL="685800" lvl="1" indent="-283320" algn="l" defTabSz="914400">
              <a:lnSpc>
                <a:spcPct val="90000"/>
              </a:lnSpc>
              <a:spcBef>
                <a:spcPts val="1800"/>
              </a:spcBef>
              <a:buClr>
                <a:srgbClr val="000000"/>
              </a:buClr>
              <a:buFont typeface="Arial"/>
              <a:buChar char="•"/>
              <a:tabLst>
                <a:tab pos="0" algn="l"/>
              </a:tabLst>
            </a:pPr>
            <a:r>
              <a:rPr lang="fr-FR" sz="2000" b="0" u="none" strike="noStrike">
                <a:solidFill>
                  <a:schemeClr val="dk1"/>
                </a:solidFill>
                <a:effectLst/>
                <a:uFillTx/>
                <a:latin typeface="Franklin Gothic Book"/>
              </a:rPr>
              <a:t>Le 1</a:t>
            </a:r>
            <a:r>
              <a:rPr lang="fr-FR" sz="2000" b="0" u="none" strike="noStrike" baseline="30000">
                <a:solidFill>
                  <a:schemeClr val="dk1"/>
                </a:solidFill>
                <a:effectLst/>
                <a:uFillTx/>
                <a:latin typeface="Franklin Gothic Book"/>
              </a:rPr>
              <a:t>er</a:t>
            </a:r>
            <a:r>
              <a:rPr lang="fr-FR" sz="2000" b="0" u="none" strike="noStrike">
                <a:solidFill>
                  <a:schemeClr val="dk1"/>
                </a:solidFill>
                <a:effectLst/>
                <a:uFillTx/>
                <a:latin typeface="Franklin Gothic Book"/>
              </a:rPr>
              <a:t> gère la </a:t>
            </a:r>
            <a:r>
              <a:rPr lang="fr-FR" sz="2000" b="1" u="none" strike="noStrike">
                <a:solidFill>
                  <a:schemeClr val="dk1"/>
                </a:solidFill>
                <a:effectLst/>
                <a:uFillTx/>
                <a:latin typeface="Franklin Gothic Book"/>
              </a:rPr>
              <a:t>barre de navigation </a:t>
            </a:r>
            <a:r>
              <a:rPr lang="fr-FR" sz="2000" b="0" u="none" strike="noStrike">
                <a:solidFill>
                  <a:schemeClr val="dk1"/>
                </a:solidFill>
                <a:effectLst/>
                <a:uFillTx/>
                <a:latin typeface="Franklin Gothic Book"/>
              </a:rPr>
              <a:t>et les actions liées à la sélection d’un menu ou sous-menu; cela </a:t>
            </a:r>
            <a:r>
              <a:rPr lang="fr-FR" sz="2000" b="0" u="sng" strike="noStrike">
                <a:solidFill>
                  <a:schemeClr val="dk1"/>
                </a:solidFill>
                <a:effectLst/>
                <a:uFillTx/>
                <a:latin typeface="Franklin Gothic Book"/>
              </a:rPr>
              <a:t>peut être </a:t>
            </a:r>
            <a:r>
              <a:rPr lang="fr-FR" sz="2000" b="0" u="none" strike="noStrike">
                <a:solidFill>
                  <a:schemeClr val="dk1"/>
                </a:solidFill>
                <a:effectLst/>
                <a:uFillTx/>
                <a:latin typeface="Franklin Gothic Book"/>
              </a:rPr>
              <a:t>l’affichage d’une page.</a:t>
            </a:r>
            <a:endParaRPr lang="fr-FR" sz="2000" b="0" u="none" strike="noStrike">
              <a:solidFill>
                <a:schemeClr val="dk1"/>
              </a:solidFill>
              <a:effectLst/>
              <a:uFillTx/>
              <a:latin typeface="Franklin Gothic Book"/>
            </a:endParaRPr>
          </a:p>
          <a:p>
            <a:pPr marL="40248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Le 2eme gère des </a:t>
            </a:r>
            <a:r>
              <a:rPr lang="fr-FR" sz="2000" b="1" u="none" strike="noStrike">
                <a:solidFill>
                  <a:schemeClr val="dk1"/>
                </a:solidFill>
                <a:effectLst/>
                <a:uFillTx/>
                <a:latin typeface="Franklin Gothic Book"/>
              </a:rPr>
              <a:t>articles</a:t>
            </a:r>
            <a:r>
              <a:rPr lang="fr-FR" sz="2000" b="0" u="none" strike="noStrike">
                <a:solidFill>
                  <a:schemeClr val="dk1"/>
                </a:solidFill>
                <a:effectLst/>
                <a:uFillTx/>
                <a:latin typeface="Franklin Gothic Book"/>
              </a:rPr>
              <a:t> (ou fragments d’article) regroupés sous une </a:t>
            </a:r>
            <a:r>
              <a:rPr lang="fr-FR" sz="2000" b="1" u="none" strike="noStrike">
                <a:solidFill>
                  <a:schemeClr val="dk1"/>
                </a:solidFill>
                <a:effectLst/>
                <a:uFillTx/>
                <a:latin typeface="Franklin Gothic Book"/>
              </a:rPr>
              <a:t>page</a:t>
            </a:r>
            <a:r>
              <a:rPr lang="fr-FR" sz="2000" b="0" u="none" strike="noStrike">
                <a:solidFill>
                  <a:schemeClr val="dk1"/>
                </a:solidFill>
                <a:effectLst/>
                <a:uFillTx/>
                <a:latin typeface="Franklin Gothic Book"/>
              </a:rPr>
              <a:t>.</a:t>
            </a:r>
            <a:endParaRPr lang="fr-FR" sz="2000" b="0" u="none" strike="noStrike">
              <a:solidFill>
                <a:schemeClr val="dk1"/>
              </a:solidFill>
              <a:effectLst/>
              <a:uFillTx/>
              <a:latin typeface="Franklin Gothic Book"/>
            </a:endParaRPr>
          </a:p>
          <a:p>
            <a:pPr marL="402480" indent="0" algn="l" defTabSz="914400">
              <a:lnSpc>
                <a:spcPct val="90000"/>
              </a:lnSpc>
              <a:spcBef>
                <a:spcPts val="1800"/>
              </a:spcBef>
              <a:buNone/>
              <a:tabLst>
                <a:tab pos="0" algn="l"/>
              </a:tabLst>
            </a:pPr>
            <a:r>
              <a:rPr lang="fr-FR" sz="2000" b="1" u="none" strike="noStrike">
                <a:solidFill>
                  <a:schemeClr val="dk1"/>
                </a:solidFill>
                <a:effectLst/>
                <a:uFillTx/>
                <a:latin typeface="Franklin Gothic Book"/>
              </a:rPr>
              <a:t>À noter</a:t>
            </a:r>
            <a:r>
              <a:rPr lang="fr-FR" sz="2000" b="0" u="none" strike="noStrike">
                <a:solidFill>
                  <a:schemeClr val="dk1"/>
                </a:solidFill>
                <a:effectLst/>
                <a:uFillTx/>
                <a:latin typeface="Franklin Gothic Book"/>
              </a:rPr>
              <a:t> :</a:t>
            </a:r>
            <a:endParaRPr lang="fr-FR" sz="2000" b="0" u="none" strike="noStrike">
              <a:solidFill>
                <a:schemeClr val="dk1"/>
              </a:solidFill>
              <a:effectLst/>
              <a:uFillTx/>
              <a:latin typeface="Franklin Gothic Book"/>
            </a:endParaRPr>
          </a:p>
          <a:p>
            <a:pPr marL="40248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Une page n’est pas forcement liée à un menu. (juste un container d’articles)</a:t>
            </a:r>
            <a:endParaRPr lang="fr-FR" sz="2000" b="0" u="none" strike="noStrike">
              <a:solidFill>
                <a:schemeClr val="dk1"/>
              </a:solidFill>
              <a:effectLst/>
              <a:uFillTx/>
              <a:latin typeface="Franklin Gothic Book"/>
            </a:endParaRPr>
          </a:p>
          <a:p>
            <a:pPr marL="402480"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La page </a:t>
            </a:r>
            <a:r>
              <a:rPr lang="fr-FR" sz="2000" b="1" u="none" strike="noStrike">
                <a:solidFill>
                  <a:schemeClr val="dk1"/>
                </a:solidFill>
                <a:effectLst/>
                <a:uFillTx/>
                <a:latin typeface="Franklin Gothic Book"/>
              </a:rPr>
              <a:t>Accueil</a:t>
            </a:r>
            <a:r>
              <a:rPr lang="fr-FR" sz="2000" b="0" u="none" strike="noStrike">
                <a:solidFill>
                  <a:schemeClr val="dk1"/>
                </a:solidFill>
                <a:effectLst/>
                <a:uFillTx/>
                <a:latin typeface="Franklin Gothic Book"/>
              </a:rPr>
              <a:t> est spéciale (non éditable) : elle regroupe automatiquement les articles taggués par une ★  ‘à la une’</a:t>
            </a:r>
            <a:endParaRPr lang="fr-FR" sz="2000" b="0" u="none" strike="noStrike">
              <a:solidFill>
                <a:schemeClr val="dk1"/>
              </a:solidFill>
              <a:effectLst/>
              <a:uFillTx/>
              <a:latin typeface="Franklin Gothic Book"/>
            </a:endParaRPr>
          </a:p>
          <a:p>
            <a:pPr indent="0" algn="l" defTabSz="914400">
              <a:lnSpc>
                <a:spcPct val="90000"/>
              </a:lnSpc>
              <a:spcBef>
                <a:spcPts val="1800"/>
              </a:spcBef>
              <a:buNone/>
              <a:tabLst>
                <a:tab pos="0" algn="l"/>
              </a:tabLst>
            </a:pPr>
            <a:endParaRPr lang="fr-FR" sz="2000" b="0" u="none" strike="noStrike">
              <a:solidFill>
                <a:schemeClr val="dk1"/>
              </a:solidFill>
              <a:effectLst/>
              <a:uFillTx/>
              <a:latin typeface="Franklin Gothic Book"/>
            </a:endParaRPr>
          </a:p>
        </p:txBody>
      </p:sp>
      <p:grpSp>
        <p:nvGrpSpPr>
          <p:cNvPr id="529" name="Groupe 66"/>
          <p:cNvGrpSpPr/>
          <p:nvPr/>
        </p:nvGrpSpPr>
        <p:grpSpPr>
          <a:xfrm>
            <a:off x="1327320" y="2225520"/>
            <a:ext cx="4089240" cy="4518360"/>
            <a:chOff x="1327320" y="2225520"/>
            <a:chExt cx="4089240" cy="4518360"/>
          </a:xfrm>
        </p:grpSpPr>
        <p:sp>
          <p:nvSpPr>
            <p:cNvPr id="530" name="Forme libre : forme 23"/>
            <p:cNvSpPr/>
            <p:nvPr/>
          </p:nvSpPr>
          <p:spPr>
            <a:xfrm>
              <a:off x="2525760" y="5298480"/>
              <a:ext cx="653400" cy="668880"/>
            </a:xfrm>
            <a:custGeom>
              <a:avLst/>
              <a:gdLst>
                <a:gd name="textAreaLeft" fmla="*/ 0 w 653400"/>
                <a:gd name="textAreaRight" fmla="*/ 654120 w 653400"/>
                <a:gd name="textAreaTop" fmla="*/ 0 h 668880"/>
                <a:gd name="textAreaBottom" fmla="*/ 669600 h 668880"/>
                <a:gd name="GluePoint1X" fmla="*/ 0 w 157610"/>
                <a:gd name="GluePoint1Y" fmla="*/ 0 h 1201301"/>
                <a:gd name="GluePoint2X" fmla="*/ 78805 w 157610"/>
                <a:gd name="GluePoint2Y" fmla="*/ 0 h 1201301"/>
                <a:gd name="GluePoint3X" fmla="*/ 78805 w 157610"/>
                <a:gd name="GluePoint3Y" fmla="*/ 1201301 h 1201301"/>
                <a:gd name="GluePoint4X" fmla="*/ 157610 w 157610"/>
                <a:gd name="GluePoint4Y" fmla="*/ 1201301 h 120130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201301">
                  <a:moveTo>
                    <a:pt x="0" y="0"/>
                  </a:moveTo>
                  <a:lnTo>
                    <a:pt x="78805" y="0"/>
                  </a:lnTo>
                  <a:lnTo>
                    <a:pt x="78805" y="1201301"/>
                  </a:lnTo>
                  <a:lnTo>
                    <a:pt x="157610" y="1201301"/>
                  </a:lnTo>
                </a:path>
              </a:pathLst>
            </a:custGeom>
            <a:noFill/>
            <a:ln>
              <a:solidFill>
                <a:srgbClr val="AA5881"/>
              </a:solidFill>
            </a:ln>
          </p:spPr>
          <p:style>
            <a:lnRef idx="3">
              <a:schemeClr val="accent4"/>
            </a:lnRef>
            <a:fillRef idx="0">
              <a:schemeClr val="accent4"/>
            </a:fillRef>
            <a:effectRef idx="2">
              <a:schemeClr val="accent4"/>
            </a:effectRef>
            <a:fontRef idx="minor"/>
          </p:style>
          <p:txBody>
            <a:bodyPr numCol="1" spcCol="1440" lIns="61200" tIns="334800" rIns="61200" bIns="334800" anchor="ctr">
              <a:noAutofit/>
            </a:bodyPr>
            <a:p>
              <a:pPr/>
              <a:endParaRPr lang="fr-FR" sz="300" b="0" u="none" strike="noStrike">
                <a:solidFill>
                  <a:schemeClr val="lt1"/>
                </a:solidFill>
                <a:effectLst/>
                <a:uFillTx/>
                <a:latin typeface="Franklin Gothic Book"/>
              </a:endParaRPr>
            </a:p>
          </p:txBody>
        </p:sp>
        <p:sp>
          <p:nvSpPr>
            <p:cNvPr id="531" name="Forme libre : forme 28"/>
            <p:cNvSpPr/>
            <p:nvPr/>
          </p:nvSpPr>
          <p:spPr>
            <a:xfrm>
              <a:off x="2525760" y="3804120"/>
              <a:ext cx="653400" cy="401040"/>
            </a:xfrm>
            <a:custGeom>
              <a:avLst/>
              <a:gdLst>
                <a:gd name="textAreaLeft" fmla="*/ 0 w 653400"/>
                <a:gd name="textAreaRight" fmla="*/ 654120 w 653400"/>
                <a:gd name="textAreaTop" fmla="*/ 0 h 401040"/>
                <a:gd name="textAreaBottom" fmla="*/ 401760 h 401040"/>
                <a:gd name="GluePoint1X" fmla="*/ 0 w 157610"/>
                <a:gd name="GluePoint1Y" fmla="*/ 0 h 450487"/>
                <a:gd name="GluePoint2X" fmla="*/ 78805 w 157610"/>
                <a:gd name="GluePoint2Y" fmla="*/ 0 h 450487"/>
                <a:gd name="GluePoint3X" fmla="*/ 78805 w 157610"/>
                <a:gd name="GluePoint3Y" fmla="*/ 450487 h 450487"/>
                <a:gd name="GluePoint4X" fmla="*/ 157610 w 157610"/>
                <a:gd name="GluePoint4Y" fmla="*/ 450487 h 4504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450487">
                  <a:moveTo>
                    <a:pt x="0" y="0"/>
                  </a:moveTo>
                  <a:lnTo>
                    <a:pt x="78805" y="0"/>
                  </a:lnTo>
                  <a:lnTo>
                    <a:pt x="78805" y="450487"/>
                  </a:lnTo>
                  <a:lnTo>
                    <a:pt x="157610" y="450487"/>
                  </a:lnTo>
                </a:path>
              </a:pathLst>
            </a:custGeom>
            <a:noFill/>
            <a:ln>
              <a:solidFill>
                <a:srgbClr val="AA5881"/>
              </a:solidFill>
            </a:ln>
          </p:spPr>
          <p:style>
            <a:lnRef idx="3">
              <a:schemeClr val="accent4"/>
            </a:lnRef>
            <a:fillRef idx="0">
              <a:schemeClr val="accent4"/>
            </a:fillRef>
            <a:effectRef idx="2">
              <a:schemeClr val="accent4"/>
            </a:effectRef>
            <a:fontRef idx="minor"/>
          </p:style>
          <p:txBody>
            <a:bodyPr numCol="1" spcCol="1440" lIns="79560" tIns="200880" rIns="79560" bIns="200880" anchor="ctr">
              <a:noAutofit/>
            </a:bodyPr>
            <a:p>
              <a:pPr/>
              <a:endParaRPr lang="fr-FR" sz="300" b="0" u="none" strike="noStrike">
                <a:solidFill>
                  <a:schemeClr val="lt1"/>
                </a:solidFill>
                <a:effectLst/>
                <a:uFillTx/>
                <a:latin typeface="Franklin Gothic Book"/>
              </a:endParaRPr>
            </a:p>
          </p:txBody>
        </p:sp>
        <p:sp>
          <p:nvSpPr>
            <p:cNvPr id="532" name="Forme libre : forme 32"/>
            <p:cNvSpPr/>
            <p:nvPr/>
          </p:nvSpPr>
          <p:spPr>
            <a:xfrm flipV="1">
              <a:off x="2525760" y="3411360"/>
              <a:ext cx="653400" cy="133200"/>
            </a:xfrm>
            <a:custGeom>
              <a:avLst/>
              <a:gdLst>
                <a:gd name="textAreaLeft" fmla="*/ 0 w 653400"/>
                <a:gd name="textAreaRight" fmla="*/ 654120 w 653400"/>
                <a:gd name="textAreaTop" fmla="*/ -360 h 133200"/>
                <a:gd name="textAreaBottom" fmla="*/ 133560 h 133200"/>
                <a:gd name="GluePoint1X" fmla="*/ 0 w 157610"/>
                <a:gd name="GluePoint1Y" fmla="*/ 600650 h 600650"/>
                <a:gd name="GluePoint2X" fmla="*/ 78805 w 157610"/>
                <a:gd name="GluePoint2Y" fmla="*/ 600650 h 600650"/>
                <a:gd name="GluePoint3X" fmla="*/ 78805 w 157610"/>
                <a:gd name="GluePoint3Y" fmla="*/ 0 h 600650"/>
                <a:gd name="GluePoint4X" fmla="*/ 157610 w 157610"/>
                <a:gd name="GluePoint4Y" fmla="*/ 0 h 60065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600650">
                  <a:moveTo>
                    <a:pt x="0" y="600650"/>
                  </a:moveTo>
                  <a:lnTo>
                    <a:pt x="78805" y="600650"/>
                  </a:lnTo>
                  <a:lnTo>
                    <a:pt x="78805" y="0"/>
                  </a:lnTo>
                  <a:lnTo>
                    <a:pt x="157610" y="0"/>
                  </a:lnTo>
                </a:path>
              </a:pathLst>
            </a:custGeom>
            <a:noFill/>
            <a:ln>
              <a:solidFill>
                <a:srgbClr val="AA5881"/>
              </a:solidFill>
            </a:ln>
          </p:spPr>
          <p:style>
            <a:lnRef idx="3">
              <a:schemeClr val="accent4"/>
            </a:lnRef>
            <a:fillRef idx="0">
              <a:schemeClr val="accent4"/>
            </a:fillRef>
            <a:effectRef idx="2">
              <a:schemeClr val="accent4"/>
            </a:effectRef>
            <a:fontRef idx="minor"/>
          </p:style>
          <p:txBody>
            <a:bodyPr numCol="1" spcCol="1440" lIns="75960" tIns="66960" rIns="75960" bIns="66960" anchor="ctr">
              <a:noAutofit/>
            </a:bodyPr>
            <a:p>
              <a:pPr/>
              <a:endParaRPr lang="fr-FR" sz="300" b="0" u="none" strike="noStrike">
                <a:solidFill>
                  <a:schemeClr val="lt1"/>
                </a:solidFill>
                <a:effectLst/>
                <a:uFillTx/>
                <a:latin typeface="Franklin Gothic Book"/>
              </a:endParaRPr>
            </a:p>
          </p:txBody>
        </p:sp>
        <p:sp>
          <p:nvSpPr>
            <p:cNvPr id="533" name="Forme libre : forme 39"/>
            <p:cNvSpPr/>
            <p:nvPr/>
          </p:nvSpPr>
          <p:spPr>
            <a:xfrm>
              <a:off x="2525760" y="2601360"/>
              <a:ext cx="653400" cy="606600"/>
            </a:xfrm>
            <a:custGeom>
              <a:avLst/>
              <a:gdLst>
                <a:gd name="textAreaLeft" fmla="*/ 0 w 653400"/>
                <a:gd name="textAreaRight" fmla="*/ 654120 w 653400"/>
                <a:gd name="textAreaTop" fmla="*/ 0 h 606600"/>
                <a:gd name="textAreaBottom" fmla="*/ 607320 h 606600"/>
                <a:gd name="GluePoint1X" fmla="*/ 0 w 157610"/>
                <a:gd name="GluePoint1Y" fmla="*/ 1952114 h 1952114"/>
                <a:gd name="GluePoint2X" fmla="*/ 78805 w 157610"/>
                <a:gd name="GluePoint2Y" fmla="*/ 1952114 h 1952114"/>
                <a:gd name="GluePoint3X" fmla="*/ 78805 w 157610"/>
                <a:gd name="GluePoint3Y" fmla="*/ 0 h 1952114"/>
                <a:gd name="GluePoint4X" fmla="*/ 157610 w 157610"/>
                <a:gd name="GluePoint4Y" fmla="*/ 0 h 195211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952114">
                  <a:moveTo>
                    <a:pt x="0" y="1952114"/>
                  </a:moveTo>
                  <a:lnTo>
                    <a:pt x="78805" y="1952114"/>
                  </a:lnTo>
                  <a:lnTo>
                    <a:pt x="78805" y="0"/>
                  </a:lnTo>
                  <a:lnTo>
                    <a:pt x="157610" y="0"/>
                  </a:lnTo>
                </a:path>
              </a:pathLst>
            </a:custGeom>
            <a:noFill/>
            <a:ln>
              <a:solidFill>
                <a:srgbClr val="AA5881"/>
              </a:solidFill>
            </a:ln>
          </p:spPr>
          <p:style>
            <a:lnRef idx="3">
              <a:schemeClr val="accent4"/>
            </a:lnRef>
            <a:fillRef idx="0">
              <a:schemeClr val="accent4"/>
            </a:fillRef>
            <a:effectRef idx="2">
              <a:schemeClr val="accent4"/>
            </a:effectRef>
            <a:fontRef idx="minor"/>
          </p:style>
          <p:txBody>
            <a:bodyPr numCol="1" spcCol="1440" lIns="42480" tIns="303480" rIns="42480" bIns="303480" anchor="ctr">
              <a:noAutofit/>
            </a:bodyPr>
            <a:p>
              <a:pPr/>
              <a:endParaRPr lang="fr-FR" sz="500" b="0" u="none" strike="noStrike">
                <a:solidFill>
                  <a:schemeClr val="lt1"/>
                </a:solidFill>
                <a:effectLst/>
                <a:uFillTx/>
                <a:latin typeface="Franklin Gothic Book"/>
              </a:endParaRPr>
            </a:p>
          </p:txBody>
        </p:sp>
        <p:sp>
          <p:nvSpPr>
            <p:cNvPr id="534" name="Forme libre : forme 40"/>
            <p:cNvSpPr/>
            <p:nvPr/>
          </p:nvSpPr>
          <p:spPr>
            <a:xfrm rot="16200000">
              <a:off x="135720" y="3685680"/>
              <a:ext cx="3580920" cy="1197720"/>
            </a:xfrm>
            <a:custGeom>
              <a:avLst/>
              <a:gdLst>
                <a:gd name="textAreaLeft" fmla="*/ 0 w 3580920"/>
                <a:gd name="textAreaRight" fmla="*/ 3581640 w 3580920"/>
                <a:gd name="textAreaTop" fmla="*/ 0 h 1197720"/>
                <a:gd name="textAreaBottom" fmla="*/ 1198440 h 1197720"/>
                <a:gd name="GluePoint1X" fmla="*/ 0 w 1264527"/>
                <a:gd name="GluePoint1Y" fmla="*/ 0 h 240260"/>
                <a:gd name="GluePoint2X" fmla="*/ 1264527 w 1264527"/>
                <a:gd name="GluePoint2Y" fmla="*/ 0 h 240260"/>
                <a:gd name="GluePoint3X" fmla="*/ 1264527 w 1264527"/>
                <a:gd name="GluePoint3Y" fmla="*/ 240260 h 240260"/>
                <a:gd name="GluePoint4X" fmla="*/ 0 w 1264527"/>
                <a:gd name="GluePoint4Y" fmla="*/ 240260 h 240260"/>
                <a:gd name="GluePoint5X" fmla="*/ 0 w 1264527"/>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264527" h="240260">
                  <a:moveTo>
                    <a:pt x="0" y="0"/>
                  </a:moveTo>
                  <a:lnTo>
                    <a:pt x="1264527" y="0"/>
                  </a:lnTo>
                  <a:lnTo>
                    <a:pt x="1264527" y="240260"/>
                  </a:lnTo>
                  <a:lnTo>
                    <a:pt x="0" y="240260"/>
                  </a:lnTo>
                  <a:lnTo>
                    <a:pt x="0" y="0"/>
                  </a:lnTo>
                  <a:close/>
                </a:path>
              </a:pathLst>
            </a:custGeom>
            <a:gradFill rotWithShape="0">
              <a:gsLst>
                <a:gs pos="0">
                  <a:srgbClr val="B36E8F"/>
                </a:gs>
                <a:gs pos="50000">
                  <a:srgbClr val="AD5480"/>
                </a:gs>
                <a:gs pos="100000">
                  <a:srgbClr val="9E4672"/>
                </a:gs>
              </a:gsLst>
              <a:lin ang="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p:style>
          <p:txBody>
            <a:bodyPr numCol="1" spcCol="1440" lIns="9000" tIns="9000" rIns="9000" bIns="9000" anchor="ctr" vert="vert">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Barre de navigation (menus et sous-menus)</a:t>
              </a:r>
              <a:endParaRPr lang="en-US" sz="1100" b="0" u="none" strike="noStrike">
                <a:solidFill>
                  <a:srgbClr val="FFFFFF"/>
                </a:solidFill>
                <a:effectLst/>
                <a:uFillTx/>
                <a:latin typeface="Arial"/>
              </a:endParaRPr>
            </a:p>
          </p:txBody>
        </p:sp>
        <p:grpSp>
          <p:nvGrpSpPr>
            <p:cNvPr id="535" name="Groupe 64"/>
            <p:cNvGrpSpPr/>
            <p:nvPr/>
          </p:nvGrpSpPr>
          <p:grpSpPr>
            <a:xfrm>
              <a:off x="3179880" y="5191200"/>
              <a:ext cx="2236680" cy="1552680"/>
              <a:chOff x="3179880" y="5191200"/>
              <a:chExt cx="2236680" cy="1552680"/>
            </a:xfrm>
          </p:grpSpPr>
          <p:sp>
            <p:nvSpPr>
              <p:cNvPr id="536" name="Forme libre : forme 33"/>
              <p:cNvSpPr/>
              <p:nvPr/>
            </p:nvSpPr>
            <p:spPr>
              <a:xfrm>
                <a:off x="4196880" y="5968080"/>
                <a:ext cx="202680" cy="668880"/>
              </a:xfrm>
              <a:custGeom>
                <a:avLst/>
                <a:gdLst>
                  <a:gd name="textAreaLeft" fmla="*/ 0 w 202680"/>
                  <a:gd name="textAreaRight" fmla="*/ 203400 w 202680"/>
                  <a:gd name="textAreaTop" fmla="*/ 0 h 668880"/>
                  <a:gd name="textAreaBottom" fmla="*/ 669600 h 668880"/>
                  <a:gd name="GluePoint1X" fmla="*/ 0 w 157610"/>
                  <a:gd name="GluePoint1Y" fmla="*/ 0 h 750813"/>
                  <a:gd name="GluePoint2X" fmla="*/ 78805 w 157610"/>
                  <a:gd name="GluePoint2Y" fmla="*/ 0 h 750813"/>
                  <a:gd name="GluePoint3X" fmla="*/ 78805 w 157610"/>
                  <a:gd name="GluePoint3Y" fmla="*/ 750813 h 750813"/>
                  <a:gd name="GluePoint4X" fmla="*/ 157610 w 157610"/>
                  <a:gd name="GluePoint4Y" fmla="*/ 750813 h 75081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750813">
                    <a:moveTo>
                      <a:pt x="0" y="0"/>
                    </a:moveTo>
                    <a:lnTo>
                      <a:pt x="78805" y="0"/>
                    </a:lnTo>
                    <a:lnTo>
                      <a:pt x="78805" y="750813"/>
                    </a:lnTo>
                    <a:lnTo>
                      <a:pt x="157610" y="750813"/>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2360" tIns="334800" rIns="72360" bIns="334800" anchor="ctr">
                <a:noAutofit/>
              </a:bodyPr>
              <a:p>
                <a:pPr/>
                <a:endParaRPr lang="fr-FR" sz="300" b="0" u="none" strike="noStrike">
                  <a:solidFill>
                    <a:schemeClr val="lt1"/>
                  </a:solidFill>
                  <a:effectLst/>
                  <a:uFillTx/>
                  <a:latin typeface="Franklin Gothic Book"/>
                </a:endParaRPr>
              </a:p>
            </p:txBody>
          </p:sp>
          <p:sp>
            <p:nvSpPr>
              <p:cNvPr id="537" name="Forme libre : forme 34"/>
              <p:cNvSpPr/>
              <p:nvPr/>
            </p:nvSpPr>
            <p:spPr>
              <a:xfrm>
                <a:off x="4196880" y="5968080"/>
                <a:ext cx="202680" cy="401040"/>
              </a:xfrm>
              <a:custGeom>
                <a:avLst/>
                <a:gdLst>
                  <a:gd name="textAreaLeft" fmla="*/ 0 w 202680"/>
                  <a:gd name="textAreaRight" fmla="*/ 203400 w 202680"/>
                  <a:gd name="textAreaTop" fmla="*/ 0 h 401040"/>
                  <a:gd name="textAreaBottom" fmla="*/ 401760 h 401040"/>
                  <a:gd name="GluePoint1X" fmla="*/ 0 w 157610"/>
                  <a:gd name="GluePoint1Y" fmla="*/ 0 h 450487"/>
                  <a:gd name="GluePoint2X" fmla="*/ 78805 w 157610"/>
                  <a:gd name="GluePoint2Y" fmla="*/ 0 h 450487"/>
                  <a:gd name="GluePoint3X" fmla="*/ 78805 w 157610"/>
                  <a:gd name="GluePoint3Y" fmla="*/ 450487 h 450487"/>
                  <a:gd name="GluePoint4X" fmla="*/ 157610 w 157610"/>
                  <a:gd name="GluePoint4Y" fmla="*/ 450487 h 4504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450487">
                    <a:moveTo>
                      <a:pt x="0" y="0"/>
                    </a:moveTo>
                    <a:lnTo>
                      <a:pt x="78805" y="0"/>
                    </a:lnTo>
                    <a:lnTo>
                      <a:pt x="78805" y="450487"/>
                    </a:lnTo>
                    <a:lnTo>
                      <a:pt x="157610" y="450487"/>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200880" rIns="78840" bIns="200880" anchor="ctr">
                <a:noAutofit/>
              </a:bodyPr>
              <a:p>
                <a:pPr/>
                <a:endParaRPr lang="fr-FR" sz="300" b="0" u="none" strike="noStrike">
                  <a:solidFill>
                    <a:schemeClr val="lt1"/>
                  </a:solidFill>
                  <a:effectLst/>
                  <a:uFillTx/>
                  <a:latin typeface="Franklin Gothic Book"/>
                </a:endParaRPr>
              </a:p>
            </p:txBody>
          </p:sp>
          <p:sp>
            <p:nvSpPr>
              <p:cNvPr id="538" name="Forme libre : forme 35"/>
              <p:cNvSpPr/>
              <p:nvPr/>
            </p:nvSpPr>
            <p:spPr>
              <a:xfrm>
                <a:off x="4196880" y="5968080"/>
                <a:ext cx="202680" cy="133200"/>
              </a:xfrm>
              <a:custGeom>
                <a:avLst/>
                <a:gdLst>
                  <a:gd name="textAreaLeft" fmla="*/ 0 w 202680"/>
                  <a:gd name="textAreaRight" fmla="*/ 203400 w 202680"/>
                  <a:gd name="textAreaTop" fmla="*/ 0 h 133200"/>
                  <a:gd name="textAreaBottom" fmla="*/ 133920 h 133200"/>
                  <a:gd name="GluePoint1X" fmla="*/ 0 w 157610"/>
                  <a:gd name="GluePoint1Y" fmla="*/ 0 h 150162"/>
                  <a:gd name="GluePoint2X" fmla="*/ 78805 w 157610"/>
                  <a:gd name="GluePoint2Y" fmla="*/ 0 h 150162"/>
                  <a:gd name="GluePoint3X" fmla="*/ 78805 w 157610"/>
                  <a:gd name="GluePoint3Y" fmla="*/ 150162 h 150162"/>
                  <a:gd name="GluePoint4X" fmla="*/ 157610 w 157610"/>
                  <a:gd name="GluePoint4Y" fmla="*/ 150162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0"/>
                    </a:moveTo>
                    <a:lnTo>
                      <a:pt x="78805" y="0"/>
                    </a:lnTo>
                    <a:lnTo>
                      <a:pt x="78805" y="150162"/>
                    </a:lnTo>
                    <a:lnTo>
                      <a:pt x="157610" y="150162"/>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39" name="Forme libre : forme 36"/>
              <p:cNvSpPr/>
              <p:nvPr/>
            </p:nvSpPr>
            <p:spPr>
              <a:xfrm>
                <a:off x="4196880" y="5834160"/>
                <a:ext cx="202680" cy="133200"/>
              </a:xfrm>
              <a:custGeom>
                <a:avLst/>
                <a:gdLst>
                  <a:gd name="textAreaLeft" fmla="*/ 0 w 202680"/>
                  <a:gd name="textAreaRight" fmla="*/ 203400 w 202680"/>
                  <a:gd name="textAreaTop" fmla="*/ 0 h 133200"/>
                  <a:gd name="textAreaBottom" fmla="*/ 133920 h 133200"/>
                  <a:gd name="GluePoint1X" fmla="*/ 0 w 157610"/>
                  <a:gd name="GluePoint1Y" fmla="*/ 150162 h 150162"/>
                  <a:gd name="GluePoint2X" fmla="*/ 78805 w 157610"/>
                  <a:gd name="GluePoint2Y" fmla="*/ 150162 h 150162"/>
                  <a:gd name="GluePoint3X" fmla="*/ 78805 w 157610"/>
                  <a:gd name="GluePoint3Y" fmla="*/ 0 h 150162"/>
                  <a:gd name="GluePoint4X" fmla="*/ 157610 w 157610"/>
                  <a:gd name="GluePoint4Y" fmla="*/ 0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150162"/>
                    </a:moveTo>
                    <a:lnTo>
                      <a:pt x="78805" y="150162"/>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40" name="Forme libre : forme 37"/>
              <p:cNvSpPr/>
              <p:nvPr/>
            </p:nvSpPr>
            <p:spPr>
              <a:xfrm>
                <a:off x="4196880" y="5566320"/>
                <a:ext cx="202680" cy="401040"/>
              </a:xfrm>
              <a:custGeom>
                <a:avLst/>
                <a:gdLst>
                  <a:gd name="textAreaLeft" fmla="*/ 0 w 202680"/>
                  <a:gd name="textAreaRight" fmla="*/ 203400 w 202680"/>
                  <a:gd name="textAreaTop" fmla="*/ 0 h 401040"/>
                  <a:gd name="textAreaBottom" fmla="*/ 401760 h 401040"/>
                  <a:gd name="GluePoint1X" fmla="*/ 0 w 157610"/>
                  <a:gd name="GluePoint1Y" fmla="*/ 450487 h 450487"/>
                  <a:gd name="GluePoint2X" fmla="*/ 78805 w 157610"/>
                  <a:gd name="GluePoint2Y" fmla="*/ 450487 h 450487"/>
                  <a:gd name="GluePoint3X" fmla="*/ 78805 w 157610"/>
                  <a:gd name="GluePoint3Y" fmla="*/ 0 h 450487"/>
                  <a:gd name="GluePoint4X" fmla="*/ 157610 w 157610"/>
                  <a:gd name="GluePoint4Y" fmla="*/ 0 h 4504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450487">
                    <a:moveTo>
                      <a:pt x="0" y="450487"/>
                    </a:moveTo>
                    <a:lnTo>
                      <a:pt x="78805" y="450487"/>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200880" rIns="78840" bIns="200880" anchor="ctr">
                <a:noAutofit/>
              </a:bodyPr>
              <a:p>
                <a:pPr/>
                <a:endParaRPr lang="fr-FR" sz="300" b="0" u="none" strike="noStrike">
                  <a:solidFill>
                    <a:schemeClr val="lt1"/>
                  </a:solidFill>
                  <a:effectLst/>
                  <a:uFillTx/>
                  <a:latin typeface="Franklin Gothic Book"/>
                </a:endParaRPr>
              </a:p>
            </p:txBody>
          </p:sp>
          <p:sp>
            <p:nvSpPr>
              <p:cNvPr id="541" name="Forme libre : forme 38"/>
              <p:cNvSpPr/>
              <p:nvPr/>
            </p:nvSpPr>
            <p:spPr>
              <a:xfrm>
                <a:off x="4196880" y="5298480"/>
                <a:ext cx="202680" cy="668880"/>
              </a:xfrm>
              <a:custGeom>
                <a:avLst/>
                <a:gdLst>
                  <a:gd name="textAreaLeft" fmla="*/ 0 w 202680"/>
                  <a:gd name="textAreaRight" fmla="*/ 203400 w 202680"/>
                  <a:gd name="textAreaTop" fmla="*/ 0 h 668880"/>
                  <a:gd name="textAreaBottom" fmla="*/ 669600 h 668880"/>
                  <a:gd name="GluePoint1X" fmla="*/ 0 w 157610"/>
                  <a:gd name="GluePoint1Y" fmla="*/ 750813 h 750813"/>
                  <a:gd name="GluePoint2X" fmla="*/ 78805 w 157610"/>
                  <a:gd name="GluePoint2Y" fmla="*/ 750813 h 750813"/>
                  <a:gd name="GluePoint3X" fmla="*/ 78805 w 157610"/>
                  <a:gd name="GluePoint3Y" fmla="*/ 0 h 750813"/>
                  <a:gd name="GluePoint4X" fmla="*/ 157610 w 157610"/>
                  <a:gd name="GluePoint4Y" fmla="*/ 0 h 75081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750813">
                    <a:moveTo>
                      <a:pt x="0" y="750813"/>
                    </a:moveTo>
                    <a:lnTo>
                      <a:pt x="78805" y="750813"/>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2360" tIns="334800" rIns="72360" bIns="334800" anchor="ctr">
                <a:noAutofit/>
              </a:bodyPr>
              <a:p>
                <a:pPr/>
                <a:endParaRPr lang="fr-FR" sz="300" b="0" u="none" strike="noStrike">
                  <a:solidFill>
                    <a:schemeClr val="lt1"/>
                  </a:solidFill>
                  <a:effectLst/>
                  <a:uFillTx/>
                  <a:latin typeface="Franklin Gothic Book"/>
                </a:endParaRPr>
              </a:p>
            </p:txBody>
          </p:sp>
          <p:sp>
            <p:nvSpPr>
              <p:cNvPr id="542" name="Forme libre : forme 41"/>
              <p:cNvSpPr/>
              <p:nvPr/>
            </p:nvSpPr>
            <p:spPr>
              <a:xfrm>
                <a:off x="3179880" y="58608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Accueil</a:t>
                </a:r>
                <a:endParaRPr lang="en-US" sz="1100" b="0" u="none" strike="noStrike">
                  <a:solidFill>
                    <a:srgbClr val="FFFFFF"/>
                  </a:solidFill>
                  <a:effectLst/>
                  <a:uFillTx/>
                  <a:latin typeface="Arial"/>
                </a:endParaRPr>
              </a:p>
            </p:txBody>
          </p:sp>
          <p:sp>
            <p:nvSpPr>
              <p:cNvPr id="543" name="Forme libre : forme 42"/>
              <p:cNvSpPr/>
              <p:nvPr/>
            </p:nvSpPr>
            <p:spPr>
              <a:xfrm>
                <a:off x="4400280" y="51912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A.2</a:t>
                </a:r>
                <a:endParaRPr lang="en-US" sz="1100" b="0" u="none" strike="noStrike">
                  <a:solidFill>
                    <a:srgbClr val="FFFFFF"/>
                  </a:solidFill>
                  <a:effectLst/>
                  <a:uFillTx/>
                  <a:latin typeface="Arial"/>
                </a:endParaRPr>
              </a:p>
            </p:txBody>
          </p:sp>
          <p:sp>
            <p:nvSpPr>
              <p:cNvPr id="544" name="Forme libre : forme 43"/>
              <p:cNvSpPr/>
              <p:nvPr/>
            </p:nvSpPr>
            <p:spPr>
              <a:xfrm>
                <a:off x="4400280" y="545904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A.3</a:t>
                </a:r>
                <a:endParaRPr lang="en-US" sz="1100" b="0" u="none" strike="noStrike">
                  <a:solidFill>
                    <a:srgbClr val="FFFFFF"/>
                  </a:solidFill>
                  <a:effectLst/>
                  <a:uFillTx/>
                  <a:latin typeface="Arial"/>
                </a:endParaRPr>
              </a:p>
            </p:txBody>
          </p:sp>
          <p:sp>
            <p:nvSpPr>
              <p:cNvPr id="545" name="Forme libre : forme 44"/>
              <p:cNvSpPr/>
              <p:nvPr/>
            </p:nvSpPr>
            <p:spPr>
              <a:xfrm>
                <a:off x="4400280" y="572688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B.3</a:t>
                </a:r>
                <a:endParaRPr lang="en-US" sz="1100" b="0" u="none" strike="noStrike">
                  <a:solidFill>
                    <a:srgbClr val="FFFFFF"/>
                  </a:solidFill>
                  <a:effectLst/>
                  <a:uFillTx/>
                  <a:latin typeface="Arial"/>
                </a:endParaRPr>
              </a:p>
            </p:txBody>
          </p:sp>
          <p:sp>
            <p:nvSpPr>
              <p:cNvPr id="546" name="Forme libre : forme 45"/>
              <p:cNvSpPr/>
              <p:nvPr/>
            </p:nvSpPr>
            <p:spPr>
              <a:xfrm>
                <a:off x="4400280" y="599472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C.1</a:t>
                </a:r>
                <a:endParaRPr lang="en-US" sz="1100" b="0" u="none" strike="noStrike">
                  <a:solidFill>
                    <a:srgbClr val="FFFFFF"/>
                  </a:solidFill>
                  <a:effectLst/>
                  <a:uFillTx/>
                  <a:latin typeface="Arial"/>
                </a:endParaRPr>
              </a:p>
            </p:txBody>
          </p:sp>
          <p:sp>
            <p:nvSpPr>
              <p:cNvPr id="547" name="Forme libre : forme 46"/>
              <p:cNvSpPr/>
              <p:nvPr/>
            </p:nvSpPr>
            <p:spPr>
              <a:xfrm>
                <a:off x="4400280" y="626256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E.1</a:t>
                </a:r>
                <a:endParaRPr lang="en-US" sz="1100" b="0" u="none" strike="noStrike">
                  <a:solidFill>
                    <a:srgbClr val="FFFFFF"/>
                  </a:solidFill>
                  <a:effectLst/>
                  <a:uFillTx/>
                  <a:latin typeface="Arial"/>
                </a:endParaRPr>
              </a:p>
            </p:txBody>
          </p:sp>
          <p:sp>
            <p:nvSpPr>
              <p:cNvPr id="548" name="Forme libre : forme 47"/>
              <p:cNvSpPr/>
              <p:nvPr/>
            </p:nvSpPr>
            <p:spPr>
              <a:xfrm>
                <a:off x="4400280" y="65304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E47A60"/>
                  </a:gs>
                  <a:gs pos="50000">
                    <a:srgbClr val="E7633A"/>
                  </a:gs>
                  <a:gs pos="100000">
                    <a:srgbClr val="D7522B"/>
                  </a:gs>
                </a:gsLst>
                <a:lin ang="5400000"/>
              </a:gradFill>
              <a:ln w="0">
                <a:noFill/>
              </a:ln>
              <a:effectLst>
                <a:outerShdw algn="ctr" blurRad="57240" dir="5400000" dist="19080" rotWithShape="0">
                  <a:srgbClr val="000000">
                    <a:alpha val="63000"/>
                  </a:srgbClr>
                </a:outerShdw>
              </a:effectLst>
            </p:spPr>
            <p:style>
              <a:lnRef idx="0">
                <a:schemeClr val="accent5"/>
              </a:lnRef>
              <a:fillRef idx="3">
                <a:schemeClr val="accent5"/>
              </a:fillRef>
              <a:effectRef idx="3">
                <a:schemeClr val="accent5"/>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E.2</a:t>
                </a:r>
                <a:endParaRPr lang="en-US" sz="1100" b="0" u="none" strike="noStrike">
                  <a:solidFill>
                    <a:srgbClr val="FFFFFF"/>
                  </a:solidFill>
                  <a:effectLst/>
                  <a:uFillTx/>
                  <a:latin typeface="Arial"/>
                </a:endParaRPr>
              </a:p>
            </p:txBody>
          </p:sp>
        </p:grpSp>
        <p:grpSp>
          <p:nvGrpSpPr>
            <p:cNvPr id="549" name="Groupe 65"/>
            <p:cNvGrpSpPr/>
            <p:nvPr/>
          </p:nvGrpSpPr>
          <p:grpSpPr>
            <a:xfrm>
              <a:off x="3179880" y="2225520"/>
              <a:ext cx="2236680" cy="2891520"/>
              <a:chOff x="3179880" y="2225520"/>
              <a:chExt cx="2236680" cy="2891520"/>
            </a:xfrm>
          </p:grpSpPr>
          <p:sp>
            <p:nvSpPr>
              <p:cNvPr id="550" name="Forme libre : forme 17"/>
              <p:cNvSpPr/>
              <p:nvPr/>
            </p:nvSpPr>
            <p:spPr>
              <a:xfrm>
                <a:off x="4196880" y="4876560"/>
                <a:ext cx="202680" cy="133200"/>
              </a:xfrm>
              <a:custGeom>
                <a:avLst/>
                <a:gdLst>
                  <a:gd name="textAreaLeft" fmla="*/ 0 w 202680"/>
                  <a:gd name="textAreaRight" fmla="*/ 203400 w 202680"/>
                  <a:gd name="textAreaTop" fmla="*/ 0 h 133200"/>
                  <a:gd name="textAreaBottom" fmla="*/ 133920 h 133200"/>
                  <a:gd name="GluePoint1X" fmla="*/ 0 w 157610"/>
                  <a:gd name="GluePoint1Y" fmla="*/ 0 h 150162"/>
                  <a:gd name="GluePoint2X" fmla="*/ 78805 w 157610"/>
                  <a:gd name="GluePoint2Y" fmla="*/ 0 h 150162"/>
                  <a:gd name="GluePoint3X" fmla="*/ 78805 w 157610"/>
                  <a:gd name="GluePoint3Y" fmla="*/ 150162 h 150162"/>
                  <a:gd name="GluePoint4X" fmla="*/ 157610 w 157610"/>
                  <a:gd name="GluePoint4Y" fmla="*/ 150162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0"/>
                    </a:moveTo>
                    <a:lnTo>
                      <a:pt x="78805" y="0"/>
                    </a:lnTo>
                    <a:lnTo>
                      <a:pt x="78805" y="150162"/>
                    </a:lnTo>
                    <a:lnTo>
                      <a:pt x="157610" y="150162"/>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51" name="Forme libre : forme 18"/>
              <p:cNvSpPr/>
              <p:nvPr/>
            </p:nvSpPr>
            <p:spPr>
              <a:xfrm>
                <a:off x="4196880" y="4742640"/>
                <a:ext cx="202680" cy="133200"/>
              </a:xfrm>
              <a:custGeom>
                <a:avLst/>
                <a:gdLst>
                  <a:gd name="textAreaLeft" fmla="*/ 0 w 202680"/>
                  <a:gd name="textAreaRight" fmla="*/ 203400 w 202680"/>
                  <a:gd name="textAreaTop" fmla="*/ 0 h 133200"/>
                  <a:gd name="textAreaBottom" fmla="*/ 133920 h 133200"/>
                  <a:gd name="GluePoint1X" fmla="*/ 0 w 157610"/>
                  <a:gd name="GluePoint1Y" fmla="*/ 150162 h 150162"/>
                  <a:gd name="GluePoint2X" fmla="*/ 78805 w 157610"/>
                  <a:gd name="GluePoint2Y" fmla="*/ 150162 h 150162"/>
                  <a:gd name="GluePoint3X" fmla="*/ 78805 w 157610"/>
                  <a:gd name="GluePoint3Y" fmla="*/ 0 h 150162"/>
                  <a:gd name="GluePoint4X" fmla="*/ 157610 w 157610"/>
                  <a:gd name="GluePoint4Y" fmla="*/ 0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150162"/>
                    </a:moveTo>
                    <a:lnTo>
                      <a:pt x="78805" y="150162"/>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52" name="Forme libre : forme 20"/>
              <p:cNvSpPr/>
              <p:nvPr/>
            </p:nvSpPr>
            <p:spPr>
              <a:xfrm>
                <a:off x="4196880" y="4434120"/>
                <a:ext cx="202680" cy="80640"/>
              </a:xfrm>
              <a:custGeom>
                <a:avLst/>
                <a:gdLst>
                  <a:gd name="textAreaLeft" fmla="*/ 0 w 202680"/>
                  <a:gd name="textAreaRight" fmla="*/ 203400 w 202680"/>
                  <a:gd name="textAreaTop" fmla="*/ 0 h 80640"/>
                  <a:gd name="textAreaBottom" fmla="*/ 81360 h 80640"/>
                  <a:gd name="GluePoint1X" fmla="*/ 0 w 157610"/>
                  <a:gd name="GluePoint1Y" fmla="*/ 45720 h 91440"/>
                  <a:gd name="GluePoint2X" fmla="*/ 157610 w 157610"/>
                  <a:gd name="GluePoint2Y" fmla="*/ 45720 h 91440"/>
                </a:gdLst>
                <a:ahLst/>
                <a:cxnLst>
                  <a:cxn ang="0">
                    <a:pos x="GluePoint1X" y="GluePoint1Y"/>
                  </a:cxn>
                  <a:cxn ang="0">
                    <a:pos x="GluePoint2X" y="GluePoint2Y"/>
                  </a:cxn>
                </a:cxnLst>
                <a:rect l="textAreaLeft" t="textAreaTop" r="textAreaRight" b="textAreaBottom"/>
                <a:pathLst>
                  <a:path w="157610" h="91440">
                    <a:moveTo>
                      <a:pt x="0" y="45720"/>
                    </a:moveTo>
                    <a:lnTo>
                      <a:pt x="157610" y="4572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40680" rIns="78840" bIns="40680" anchor="ctr">
                <a:noAutofit/>
              </a:bodyPr>
              <a:p>
                <a:pPr/>
                <a:endParaRPr lang="fr-FR" sz="300" b="0" u="none" strike="noStrike">
                  <a:solidFill>
                    <a:schemeClr val="lt1"/>
                  </a:solidFill>
                  <a:effectLst/>
                  <a:uFillTx/>
                  <a:latin typeface="Franklin Gothic Book"/>
                </a:endParaRPr>
              </a:p>
            </p:txBody>
          </p:sp>
          <p:sp>
            <p:nvSpPr>
              <p:cNvPr id="553" name="Forme libre : forme 22"/>
              <p:cNvSpPr/>
              <p:nvPr/>
            </p:nvSpPr>
            <p:spPr>
              <a:xfrm>
                <a:off x="4196880" y="4166280"/>
                <a:ext cx="202680" cy="80640"/>
              </a:xfrm>
              <a:custGeom>
                <a:avLst/>
                <a:gdLst>
                  <a:gd name="textAreaLeft" fmla="*/ 0 w 202680"/>
                  <a:gd name="textAreaRight" fmla="*/ 203400 w 202680"/>
                  <a:gd name="textAreaTop" fmla="*/ 0 h 80640"/>
                  <a:gd name="textAreaBottom" fmla="*/ 81360 h 80640"/>
                  <a:gd name="GluePoint1X" fmla="*/ 0 w 157610"/>
                  <a:gd name="GluePoint1Y" fmla="*/ 45720 h 91440"/>
                  <a:gd name="GluePoint2X" fmla="*/ 157610 w 157610"/>
                  <a:gd name="GluePoint2Y" fmla="*/ 45720 h 91440"/>
                </a:gdLst>
                <a:ahLst/>
                <a:cxnLst>
                  <a:cxn ang="0">
                    <a:pos x="GluePoint1X" y="GluePoint1Y"/>
                  </a:cxn>
                  <a:cxn ang="0">
                    <a:pos x="GluePoint2X" y="GluePoint2Y"/>
                  </a:cxn>
                </a:cxnLst>
                <a:rect l="textAreaLeft" t="textAreaTop" r="textAreaRight" b="textAreaBottom"/>
                <a:pathLst>
                  <a:path w="157610" h="91440">
                    <a:moveTo>
                      <a:pt x="0" y="45720"/>
                    </a:moveTo>
                    <a:lnTo>
                      <a:pt x="157610" y="4572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40680" rIns="78840" bIns="40680" anchor="ctr">
                <a:noAutofit/>
              </a:bodyPr>
              <a:p>
                <a:pPr/>
                <a:endParaRPr lang="fr-FR" sz="300" b="0" u="none" strike="noStrike">
                  <a:solidFill>
                    <a:schemeClr val="lt1"/>
                  </a:solidFill>
                  <a:effectLst/>
                  <a:uFillTx/>
                  <a:latin typeface="Franklin Gothic Book"/>
                </a:endParaRPr>
              </a:p>
            </p:txBody>
          </p:sp>
          <p:sp>
            <p:nvSpPr>
              <p:cNvPr id="554" name="Forme libre : forme 24"/>
              <p:cNvSpPr/>
              <p:nvPr/>
            </p:nvSpPr>
            <p:spPr>
              <a:xfrm>
                <a:off x="4196880" y="3537720"/>
                <a:ext cx="202680" cy="401040"/>
              </a:xfrm>
              <a:custGeom>
                <a:avLst/>
                <a:gdLst>
                  <a:gd name="textAreaLeft" fmla="*/ 0 w 202680"/>
                  <a:gd name="textAreaRight" fmla="*/ 203400 w 202680"/>
                  <a:gd name="textAreaTop" fmla="*/ 0 h 401040"/>
                  <a:gd name="textAreaBottom" fmla="*/ 401760 h 401040"/>
                  <a:gd name="GluePoint1X" fmla="*/ 0 w 157610"/>
                  <a:gd name="GluePoint1Y" fmla="*/ 0 h 450487"/>
                  <a:gd name="GluePoint2X" fmla="*/ 78805 w 157610"/>
                  <a:gd name="GluePoint2Y" fmla="*/ 0 h 450487"/>
                  <a:gd name="GluePoint3X" fmla="*/ 78805 w 157610"/>
                  <a:gd name="GluePoint3Y" fmla="*/ 450487 h 450487"/>
                  <a:gd name="GluePoint4X" fmla="*/ 157610 w 157610"/>
                  <a:gd name="GluePoint4Y" fmla="*/ 450487 h 4504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450487">
                    <a:moveTo>
                      <a:pt x="0" y="0"/>
                    </a:moveTo>
                    <a:lnTo>
                      <a:pt x="78805" y="0"/>
                    </a:lnTo>
                    <a:lnTo>
                      <a:pt x="78805" y="450487"/>
                    </a:lnTo>
                    <a:lnTo>
                      <a:pt x="157610" y="450487"/>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200880" rIns="78840" bIns="200880" anchor="ctr">
                <a:noAutofit/>
              </a:bodyPr>
              <a:p>
                <a:pPr/>
                <a:endParaRPr lang="fr-FR" sz="300" b="0" u="none" strike="noStrike">
                  <a:solidFill>
                    <a:schemeClr val="lt1"/>
                  </a:solidFill>
                  <a:effectLst/>
                  <a:uFillTx/>
                  <a:latin typeface="Franklin Gothic Book"/>
                </a:endParaRPr>
              </a:p>
            </p:txBody>
          </p:sp>
          <p:sp>
            <p:nvSpPr>
              <p:cNvPr id="555" name="Forme libre : forme 25"/>
              <p:cNvSpPr/>
              <p:nvPr/>
            </p:nvSpPr>
            <p:spPr>
              <a:xfrm>
                <a:off x="4196880" y="3537720"/>
                <a:ext cx="202680" cy="133200"/>
              </a:xfrm>
              <a:custGeom>
                <a:avLst/>
                <a:gdLst>
                  <a:gd name="textAreaLeft" fmla="*/ 0 w 202680"/>
                  <a:gd name="textAreaRight" fmla="*/ 203400 w 202680"/>
                  <a:gd name="textAreaTop" fmla="*/ 0 h 133200"/>
                  <a:gd name="textAreaBottom" fmla="*/ 133920 h 133200"/>
                  <a:gd name="GluePoint1X" fmla="*/ 0 w 157610"/>
                  <a:gd name="GluePoint1Y" fmla="*/ 0 h 150162"/>
                  <a:gd name="GluePoint2X" fmla="*/ 78805 w 157610"/>
                  <a:gd name="GluePoint2Y" fmla="*/ 0 h 150162"/>
                  <a:gd name="GluePoint3X" fmla="*/ 78805 w 157610"/>
                  <a:gd name="GluePoint3Y" fmla="*/ 150162 h 150162"/>
                  <a:gd name="GluePoint4X" fmla="*/ 157610 w 157610"/>
                  <a:gd name="GluePoint4Y" fmla="*/ 150162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0"/>
                    </a:moveTo>
                    <a:lnTo>
                      <a:pt x="78805" y="0"/>
                    </a:lnTo>
                    <a:lnTo>
                      <a:pt x="78805" y="150162"/>
                    </a:lnTo>
                    <a:lnTo>
                      <a:pt x="157610" y="150162"/>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56" name="Forme libre : forme 26"/>
              <p:cNvSpPr/>
              <p:nvPr/>
            </p:nvSpPr>
            <p:spPr>
              <a:xfrm>
                <a:off x="4196880" y="3403800"/>
                <a:ext cx="202680" cy="133200"/>
              </a:xfrm>
              <a:custGeom>
                <a:avLst/>
                <a:gdLst>
                  <a:gd name="textAreaLeft" fmla="*/ 0 w 202680"/>
                  <a:gd name="textAreaRight" fmla="*/ 203400 w 202680"/>
                  <a:gd name="textAreaTop" fmla="*/ 0 h 133200"/>
                  <a:gd name="textAreaBottom" fmla="*/ 133920 h 133200"/>
                  <a:gd name="GluePoint1X" fmla="*/ 0 w 157610"/>
                  <a:gd name="GluePoint1Y" fmla="*/ 150162 h 150162"/>
                  <a:gd name="GluePoint2X" fmla="*/ 78805 w 157610"/>
                  <a:gd name="GluePoint2Y" fmla="*/ 150162 h 150162"/>
                  <a:gd name="GluePoint3X" fmla="*/ 78805 w 157610"/>
                  <a:gd name="GluePoint3Y" fmla="*/ 0 h 150162"/>
                  <a:gd name="GluePoint4X" fmla="*/ 157610 w 157610"/>
                  <a:gd name="GluePoint4Y" fmla="*/ 0 h 150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150162">
                    <a:moveTo>
                      <a:pt x="0" y="150162"/>
                    </a:moveTo>
                    <a:lnTo>
                      <a:pt x="78805" y="150162"/>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66960" rIns="78840" bIns="66960" anchor="ctr">
                <a:noAutofit/>
              </a:bodyPr>
              <a:p>
                <a:pPr/>
                <a:endParaRPr lang="fr-FR" sz="300" b="0" u="none" strike="noStrike">
                  <a:solidFill>
                    <a:schemeClr val="lt1"/>
                  </a:solidFill>
                  <a:effectLst/>
                  <a:uFillTx/>
                  <a:latin typeface="Franklin Gothic Book"/>
                </a:endParaRPr>
              </a:p>
            </p:txBody>
          </p:sp>
          <p:sp>
            <p:nvSpPr>
              <p:cNvPr id="557" name="Forme libre : forme 27"/>
              <p:cNvSpPr/>
              <p:nvPr/>
            </p:nvSpPr>
            <p:spPr>
              <a:xfrm>
                <a:off x="4196880" y="3135960"/>
                <a:ext cx="202680" cy="401040"/>
              </a:xfrm>
              <a:custGeom>
                <a:avLst/>
                <a:gdLst>
                  <a:gd name="textAreaLeft" fmla="*/ 0 w 202680"/>
                  <a:gd name="textAreaRight" fmla="*/ 203400 w 202680"/>
                  <a:gd name="textAreaTop" fmla="*/ 0 h 401040"/>
                  <a:gd name="textAreaBottom" fmla="*/ 401760 h 401040"/>
                  <a:gd name="GluePoint1X" fmla="*/ 0 w 157610"/>
                  <a:gd name="GluePoint1Y" fmla="*/ 450487 h 450487"/>
                  <a:gd name="GluePoint2X" fmla="*/ 78805 w 157610"/>
                  <a:gd name="GluePoint2Y" fmla="*/ 450487 h 450487"/>
                  <a:gd name="GluePoint3X" fmla="*/ 78805 w 157610"/>
                  <a:gd name="GluePoint3Y" fmla="*/ 0 h 450487"/>
                  <a:gd name="GluePoint4X" fmla="*/ 157610 w 157610"/>
                  <a:gd name="GluePoint4Y" fmla="*/ 0 h 4504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450487">
                    <a:moveTo>
                      <a:pt x="0" y="450487"/>
                    </a:moveTo>
                    <a:lnTo>
                      <a:pt x="78805" y="450487"/>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200880" rIns="78840" bIns="200880" anchor="ctr">
                <a:noAutofit/>
              </a:bodyPr>
              <a:p>
                <a:pPr/>
                <a:endParaRPr lang="fr-FR" sz="300" b="0" u="none" strike="noStrike">
                  <a:solidFill>
                    <a:schemeClr val="lt1"/>
                  </a:solidFill>
                  <a:effectLst/>
                  <a:uFillTx/>
                  <a:latin typeface="Franklin Gothic Book"/>
                </a:endParaRPr>
              </a:p>
            </p:txBody>
          </p:sp>
          <p:sp>
            <p:nvSpPr>
              <p:cNvPr id="558" name="Forme libre : forme 29"/>
              <p:cNvSpPr/>
              <p:nvPr/>
            </p:nvSpPr>
            <p:spPr>
              <a:xfrm>
                <a:off x="4196880" y="2600640"/>
                <a:ext cx="202680" cy="267120"/>
              </a:xfrm>
              <a:custGeom>
                <a:avLst/>
                <a:gdLst>
                  <a:gd name="textAreaLeft" fmla="*/ 0 w 202680"/>
                  <a:gd name="textAreaRight" fmla="*/ 203400 w 202680"/>
                  <a:gd name="textAreaTop" fmla="*/ 0 h 267120"/>
                  <a:gd name="textAreaBottom" fmla="*/ 267840 h 267120"/>
                  <a:gd name="GluePoint1X" fmla="*/ 0 w 157610"/>
                  <a:gd name="GluePoint1Y" fmla="*/ 0 h 300325"/>
                  <a:gd name="GluePoint2X" fmla="*/ 78805 w 157610"/>
                  <a:gd name="GluePoint2Y" fmla="*/ 0 h 300325"/>
                  <a:gd name="GluePoint3X" fmla="*/ 78805 w 157610"/>
                  <a:gd name="GluePoint3Y" fmla="*/ 300325 h 300325"/>
                  <a:gd name="GluePoint4X" fmla="*/ 157610 w 157610"/>
                  <a:gd name="GluePoint4Y" fmla="*/ 300325 h 30032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300325">
                    <a:moveTo>
                      <a:pt x="0" y="0"/>
                    </a:moveTo>
                    <a:lnTo>
                      <a:pt x="78805" y="0"/>
                    </a:lnTo>
                    <a:lnTo>
                      <a:pt x="78805" y="300325"/>
                    </a:lnTo>
                    <a:lnTo>
                      <a:pt x="157610" y="300325"/>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133920" rIns="78840" bIns="133920" anchor="ctr">
                <a:noAutofit/>
              </a:bodyPr>
              <a:p>
                <a:pPr/>
                <a:endParaRPr lang="fr-FR" sz="300" b="0" u="none" strike="noStrike">
                  <a:solidFill>
                    <a:schemeClr val="lt1"/>
                  </a:solidFill>
                  <a:effectLst/>
                  <a:uFillTx/>
                  <a:latin typeface="Franklin Gothic Book"/>
                </a:endParaRPr>
              </a:p>
            </p:txBody>
          </p:sp>
          <p:sp>
            <p:nvSpPr>
              <p:cNvPr id="559" name="Forme libre : forme 30"/>
              <p:cNvSpPr/>
              <p:nvPr/>
            </p:nvSpPr>
            <p:spPr>
              <a:xfrm>
                <a:off x="4196880" y="2559600"/>
                <a:ext cx="202680" cy="80640"/>
              </a:xfrm>
              <a:custGeom>
                <a:avLst/>
                <a:gdLst>
                  <a:gd name="textAreaLeft" fmla="*/ 0 w 202680"/>
                  <a:gd name="textAreaRight" fmla="*/ 203400 w 202680"/>
                  <a:gd name="textAreaTop" fmla="*/ 0 h 80640"/>
                  <a:gd name="textAreaBottom" fmla="*/ 81360 h 80640"/>
                  <a:gd name="GluePoint1X" fmla="*/ 0 w 157610"/>
                  <a:gd name="GluePoint1Y" fmla="*/ 45720 h 91440"/>
                  <a:gd name="GluePoint2X" fmla="*/ 157610 w 157610"/>
                  <a:gd name="GluePoint2Y" fmla="*/ 45720 h 91440"/>
                </a:gdLst>
                <a:ahLst/>
                <a:cxnLst>
                  <a:cxn ang="0">
                    <a:pos x="GluePoint1X" y="GluePoint1Y"/>
                  </a:cxn>
                  <a:cxn ang="0">
                    <a:pos x="GluePoint2X" y="GluePoint2Y"/>
                  </a:cxn>
                </a:cxnLst>
                <a:rect l="textAreaLeft" t="textAreaTop" r="textAreaRight" b="textAreaBottom"/>
                <a:pathLst>
                  <a:path w="157610" h="91440">
                    <a:moveTo>
                      <a:pt x="0" y="45720"/>
                    </a:moveTo>
                    <a:lnTo>
                      <a:pt x="157610" y="4572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40680" rIns="78840" bIns="40680" anchor="ctr">
                <a:noAutofit/>
              </a:bodyPr>
              <a:p>
                <a:pPr/>
                <a:endParaRPr lang="fr-FR" sz="300" b="0" u="none" strike="noStrike">
                  <a:solidFill>
                    <a:schemeClr val="lt1"/>
                  </a:solidFill>
                  <a:effectLst/>
                  <a:uFillTx/>
                  <a:latin typeface="Franklin Gothic Book"/>
                </a:endParaRPr>
              </a:p>
            </p:txBody>
          </p:sp>
          <p:sp>
            <p:nvSpPr>
              <p:cNvPr id="560" name="Forme libre : forme 31"/>
              <p:cNvSpPr/>
              <p:nvPr/>
            </p:nvSpPr>
            <p:spPr>
              <a:xfrm>
                <a:off x="4196880" y="2332800"/>
                <a:ext cx="202680" cy="267120"/>
              </a:xfrm>
              <a:custGeom>
                <a:avLst/>
                <a:gdLst>
                  <a:gd name="textAreaLeft" fmla="*/ 0 w 202680"/>
                  <a:gd name="textAreaRight" fmla="*/ 203400 w 202680"/>
                  <a:gd name="textAreaTop" fmla="*/ 0 h 267120"/>
                  <a:gd name="textAreaBottom" fmla="*/ 267840 h 267120"/>
                  <a:gd name="GluePoint1X" fmla="*/ 0 w 157610"/>
                  <a:gd name="GluePoint1Y" fmla="*/ 300325 h 300325"/>
                  <a:gd name="GluePoint2X" fmla="*/ 78805 w 157610"/>
                  <a:gd name="GluePoint2Y" fmla="*/ 300325 h 300325"/>
                  <a:gd name="GluePoint3X" fmla="*/ 78805 w 157610"/>
                  <a:gd name="GluePoint3Y" fmla="*/ 0 h 300325"/>
                  <a:gd name="GluePoint4X" fmla="*/ 157610 w 157610"/>
                  <a:gd name="GluePoint4Y" fmla="*/ 0 h 30032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7610" h="300325">
                    <a:moveTo>
                      <a:pt x="0" y="300325"/>
                    </a:moveTo>
                    <a:lnTo>
                      <a:pt x="78805" y="300325"/>
                    </a:lnTo>
                    <a:lnTo>
                      <a:pt x="78805" y="0"/>
                    </a:lnTo>
                    <a:lnTo>
                      <a:pt x="157610" y="0"/>
                    </a:lnTo>
                  </a:path>
                </a:pathLst>
              </a:custGeom>
              <a:noFill/>
              <a:ln>
                <a:solidFill>
                  <a:srgbClr val="A9D4DB"/>
                </a:solidFill>
              </a:ln>
            </p:spPr>
            <p:style>
              <a:lnRef idx="2">
                <a:schemeClr val="accent1">
                  <a:hueOff val="0"/>
                  <a:satOff val="0"/>
                  <a:lumOff val="0"/>
                  <a:alphaOff val="0"/>
                </a:schemeClr>
              </a:lnRef>
              <a:fillRef idx="0"/>
              <a:effectRef idx="0">
                <a:schemeClr val="accent6">
                  <a:tint val="70000"/>
                  <a:hueOff val="0"/>
                  <a:satOff val="0"/>
                  <a:lumOff val="0"/>
                  <a:alphaOff val="0"/>
                </a:schemeClr>
              </a:effectRef>
              <a:fontRef idx="minor"/>
            </p:style>
            <p:txBody>
              <a:bodyPr numCol="1" spcCol="1440" lIns="78840" tIns="133920" rIns="78840" bIns="133920" anchor="ctr">
                <a:noAutofit/>
              </a:bodyPr>
              <a:p>
                <a:pPr/>
                <a:endParaRPr lang="fr-FR" sz="300" b="0" u="none" strike="noStrike">
                  <a:solidFill>
                    <a:schemeClr val="lt1"/>
                  </a:solidFill>
                  <a:effectLst/>
                  <a:uFillTx/>
                  <a:latin typeface="Franklin Gothic Book"/>
                </a:endParaRPr>
              </a:p>
            </p:txBody>
          </p:sp>
          <p:sp>
            <p:nvSpPr>
              <p:cNvPr id="561" name="Forme libre : forme 48"/>
              <p:cNvSpPr/>
              <p:nvPr/>
            </p:nvSpPr>
            <p:spPr>
              <a:xfrm>
                <a:off x="3179880" y="249336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Page A</a:t>
                </a:r>
                <a:endParaRPr lang="en-US" sz="1100" b="0" u="none" strike="noStrike">
                  <a:solidFill>
                    <a:srgbClr val="FFFFFF"/>
                  </a:solidFill>
                  <a:effectLst/>
                  <a:uFillTx/>
                  <a:latin typeface="Arial"/>
                </a:endParaRPr>
              </a:p>
            </p:txBody>
          </p:sp>
          <p:sp>
            <p:nvSpPr>
              <p:cNvPr id="562" name="Forme libre : forme 49"/>
              <p:cNvSpPr/>
              <p:nvPr/>
            </p:nvSpPr>
            <p:spPr>
              <a:xfrm>
                <a:off x="4400280" y="222552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A.1</a:t>
                </a:r>
                <a:endParaRPr lang="en-US" sz="1100" b="0" u="none" strike="noStrike">
                  <a:solidFill>
                    <a:srgbClr val="FFFFFF"/>
                  </a:solidFill>
                  <a:effectLst/>
                  <a:uFillTx/>
                  <a:latin typeface="Arial"/>
                </a:endParaRPr>
              </a:p>
            </p:txBody>
          </p:sp>
          <p:sp>
            <p:nvSpPr>
              <p:cNvPr id="563" name="Forme libre : forme 50"/>
              <p:cNvSpPr/>
              <p:nvPr/>
            </p:nvSpPr>
            <p:spPr>
              <a:xfrm>
                <a:off x="4400280" y="249336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A.2 ★ </a:t>
                </a:r>
                <a:endParaRPr lang="en-US" sz="1100" b="0" u="none" strike="noStrike">
                  <a:solidFill>
                    <a:srgbClr val="FFFFFF"/>
                  </a:solidFill>
                  <a:effectLst/>
                  <a:uFillTx/>
                  <a:latin typeface="Arial"/>
                </a:endParaRPr>
              </a:p>
            </p:txBody>
          </p:sp>
          <p:sp>
            <p:nvSpPr>
              <p:cNvPr id="564" name="Forme libre : forme 51"/>
              <p:cNvSpPr/>
              <p:nvPr/>
            </p:nvSpPr>
            <p:spPr>
              <a:xfrm>
                <a:off x="4400280" y="27612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A.3 ★</a:t>
                </a:r>
                <a:endParaRPr lang="en-US" sz="1100" b="0" u="none" strike="noStrike">
                  <a:solidFill>
                    <a:srgbClr val="FFFFFF"/>
                  </a:solidFill>
                  <a:effectLst/>
                  <a:uFillTx/>
                  <a:latin typeface="Arial"/>
                </a:endParaRPr>
              </a:p>
            </p:txBody>
          </p:sp>
          <p:sp>
            <p:nvSpPr>
              <p:cNvPr id="565" name="Forme libre : forme 52"/>
              <p:cNvSpPr/>
              <p:nvPr/>
            </p:nvSpPr>
            <p:spPr>
              <a:xfrm>
                <a:off x="3179880" y="34308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Page B</a:t>
                </a:r>
                <a:endParaRPr lang="en-US" sz="1100" b="0" u="none" strike="noStrike">
                  <a:solidFill>
                    <a:srgbClr val="FFFFFF"/>
                  </a:solidFill>
                  <a:effectLst/>
                  <a:uFillTx/>
                  <a:latin typeface="Arial"/>
                </a:endParaRPr>
              </a:p>
            </p:txBody>
          </p:sp>
          <p:sp>
            <p:nvSpPr>
              <p:cNvPr id="566" name="Forme libre : forme 53"/>
              <p:cNvSpPr/>
              <p:nvPr/>
            </p:nvSpPr>
            <p:spPr>
              <a:xfrm>
                <a:off x="4400280" y="302904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B.1</a:t>
                </a:r>
                <a:endParaRPr lang="en-US" sz="1100" b="0" u="none" strike="noStrike">
                  <a:solidFill>
                    <a:srgbClr val="FFFFFF"/>
                  </a:solidFill>
                  <a:effectLst/>
                  <a:uFillTx/>
                  <a:latin typeface="Arial"/>
                </a:endParaRPr>
              </a:p>
            </p:txBody>
          </p:sp>
          <p:sp>
            <p:nvSpPr>
              <p:cNvPr id="567" name="Forme libre : forme 54"/>
              <p:cNvSpPr/>
              <p:nvPr/>
            </p:nvSpPr>
            <p:spPr>
              <a:xfrm>
                <a:off x="4400280" y="329688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B.2</a:t>
                </a:r>
                <a:endParaRPr lang="en-US" sz="1100" b="0" u="none" strike="noStrike">
                  <a:solidFill>
                    <a:srgbClr val="FFFFFF"/>
                  </a:solidFill>
                  <a:effectLst/>
                  <a:uFillTx/>
                  <a:latin typeface="Arial"/>
                </a:endParaRPr>
              </a:p>
            </p:txBody>
          </p:sp>
          <p:sp>
            <p:nvSpPr>
              <p:cNvPr id="568" name="Forme libre : forme 55"/>
              <p:cNvSpPr/>
              <p:nvPr/>
            </p:nvSpPr>
            <p:spPr>
              <a:xfrm>
                <a:off x="4400280" y="356436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B.3 ★</a:t>
                </a:r>
                <a:endParaRPr lang="en-US" sz="1100" b="0" u="none" strike="noStrike">
                  <a:solidFill>
                    <a:srgbClr val="FFFFFF"/>
                  </a:solidFill>
                  <a:effectLst/>
                  <a:uFillTx/>
                  <a:latin typeface="Arial"/>
                </a:endParaRPr>
              </a:p>
            </p:txBody>
          </p:sp>
          <p:sp>
            <p:nvSpPr>
              <p:cNvPr id="569" name="Forme libre : forme 56"/>
              <p:cNvSpPr/>
              <p:nvPr/>
            </p:nvSpPr>
            <p:spPr>
              <a:xfrm>
                <a:off x="4400280" y="383220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B.4</a:t>
                </a:r>
                <a:endParaRPr lang="en-US" sz="1100" b="0" u="none" strike="noStrike">
                  <a:solidFill>
                    <a:srgbClr val="FFFFFF"/>
                  </a:solidFill>
                  <a:effectLst/>
                  <a:uFillTx/>
                  <a:latin typeface="Arial"/>
                </a:endParaRPr>
              </a:p>
            </p:txBody>
          </p:sp>
          <p:sp>
            <p:nvSpPr>
              <p:cNvPr id="570" name="Forme libre : forme 57"/>
              <p:cNvSpPr/>
              <p:nvPr/>
            </p:nvSpPr>
            <p:spPr>
              <a:xfrm>
                <a:off x="3179880" y="410004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FCD964"/>
                  </a:gs>
                  <a:gs pos="50000">
                    <a:srgbClr val="FFD642"/>
                  </a:gs>
                  <a:gs pos="100000">
                    <a:srgbClr val="E4C03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Page C</a:t>
                </a:r>
                <a:endParaRPr lang="en-US" sz="1100" b="0" u="none" strike="noStrike">
                  <a:solidFill>
                    <a:srgbClr val="FFFFFF"/>
                  </a:solidFill>
                  <a:effectLst/>
                  <a:uFillTx/>
                  <a:latin typeface="Arial"/>
                </a:endParaRPr>
              </a:p>
            </p:txBody>
          </p:sp>
          <p:sp>
            <p:nvSpPr>
              <p:cNvPr id="571" name="Forme libre : forme 58"/>
              <p:cNvSpPr/>
              <p:nvPr/>
            </p:nvSpPr>
            <p:spPr>
              <a:xfrm>
                <a:off x="4400280" y="410004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C.1 ★</a:t>
                </a:r>
                <a:endParaRPr lang="en-US" sz="1100" b="0" u="none" strike="noStrike">
                  <a:solidFill>
                    <a:srgbClr val="FFFFFF"/>
                  </a:solidFill>
                  <a:effectLst/>
                  <a:uFillTx/>
                  <a:latin typeface="Arial"/>
                </a:endParaRPr>
              </a:p>
            </p:txBody>
          </p:sp>
          <p:sp>
            <p:nvSpPr>
              <p:cNvPr id="572" name="Forme libre : forme 59"/>
              <p:cNvSpPr/>
              <p:nvPr/>
            </p:nvSpPr>
            <p:spPr>
              <a:xfrm>
                <a:off x="3179880" y="436788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5FA1AD"/>
                  </a:gs>
                  <a:gs pos="50000">
                    <a:srgbClr val="3E97A6"/>
                  </a:gs>
                  <a:gs pos="100000">
                    <a:srgbClr val="348A98"/>
                  </a:gs>
                </a:gsLst>
                <a:lin ang="5400000"/>
              </a:gradFill>
              <a:ln w="0">
                <a:noFill/>
              </a:ln>
              <a:effectLst>
                <a:outerShdw algn="ctr" blurRad="57240" dir="5400000" dist="19080" rotWithShape="0">
                  <a:srgbClr val="000000">
                    <a:alpha val="63000"/>
                  </a:srgbClr>
                </a:outerShdw>
              </a:effectLst>
            </p:spPr>
            <p:style>
              <a:lnRef idx="0">
                <a:schemeClr val="accent3"/>
              </a:lnRef>
              <a:fillRef idx="3">
                <a:schemeClr val="accent3"/>
              </a:fillRef>
              <a:effectRef idx="3">
                <a:schemeClr val="accent3"/>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Page D</a:t>
                </a:r>
                <a:endParaRPr lang="en-US" sz="1100" b="0" u="none" strike="noStrike">
                  <a:solidFill>
                    <a:srgbClr val="FFFFFF"/>
                  </a:solidFill>
                  <a:effectLst/>
                  <a:uFillTx/>
                  <a:latin typeface="Arial"/>
                </a:endParaRPr>
              </a:p>
            </p:txBody>
          </p:sp>
          <p:sp>
            <p:nvSpPr>
              <p:cNvPr id="573" name="Forme libre : forme 60"/>
              <p:cNvSpPr/>
              <p:nvPr/>
            </p:nvSpPr>
            <p:spPr>
              <a:xfrm>
                <a:off x="4400280" y="436788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D.1</a:t>
                </a:r>
                <a:endParaRPr lang="en-US" sz="1100" b="0" u="none" strike="noStrike">
                  <a:solidFill>
                    <a:srgbClr val="FFFFFF"/>
                  </a:solidFill>
                  <a:effectLst/>
                  <a:uFillTx/>
                  <a:latin typeface="Arial"/>
                </a:endParaRPr>
              </a:p>
            </p:txBody>
          </p:sp>
          <p:sp>
            <p:nvSpPr>
              <p:cNvPr id="574" name="Forme libre : forme 61"/>
              <p:cNvSpPr/>
              <p:nvPr/>
            </p:nvSpPr>
            <p:spPr>
              <a:xfrm>
                <a:off x="3179880" y="476964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5FA1AD"/>
                  </a:gs>
                  <a:gs pos="50000">
                    <a:srgbClr val="3E97A6"/>
                  </a:gs>
                  <a:gs pos="100000">
                    <a:srgbClr val="348A98"/>
                  </a:gs>
                </a:gsLst>
                <a:lin ang="5400000"/>
              </a:gradFill>
              <a:ln w="0">
                <a:noFill/>
              </a:ln>
              <a:effectLst>
                <a:outerShdw algn="ctr" blurRad="57240" dir="5400000" dist="19080" rotWithShape="0">
                  <a:srgbClr val="000000">
                    <a:alpha val="63000"/>
                  </a:srgbClr>
                </a:outerShdw>
              </a:effectLst>
            </p:spPr>
            <p:style>
              <a:lnRef idx="0">
                <a:schemeClr val="accent3"/>
              </a:lnRef>
              <a:fillRef idx="3">
                <a:schemeClr val="accent3"/>
              </a:fillRef>
              <a:effectRef idx="3">
                <a:schemeClr val="accent3"/>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Page E</a:t>
                </a:r>
                <a:endParaRPr lang="en-US" sz="1100" b="0" u="none" strike="noStrike">
                  <a:solidFill>
                    <a:srgbClr val="FFFFFF"/>
                  </a:solidFill>
                  <a:effectLst/>
                  <a:uFillTx/>
                  <a:latin typeface="Arial"/>
                </a:endParaRPr>
              </a:p>
            </p:txBody>
          </p:sp>
          <p:sp>
            <p:nvSpPr>
              <p:cNvPr id="575" name="Forme libre : forme 62"/>
              <p:cNvSpPr/>
              <p:nvPr/>
            </p:nvSpPr>
            <p:spPr>
              <a:xfrm>
                <a:off x="4400280" y="463572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E.1 ★</a:t>
                </a:r>
                <a:endParaRPr lang="en-US" sz="1100" b="0" u="none" strike="noStrike">
                  <a:solidFill>
                    <a:srgbClr val="FFFFFF"/>
                  </a:solidFill>
                  <a:effectLst/>
                  <a:uFillTx/>
                  <a:latin typeface="Arial"/>
                </a:endParaRPr>
              </a:p>
            </p:txBody>
          </p:sp>
          <p:sp>
            <p:nvSpPr>
              <p:cNvPr id="576" name="Forme libre : forme 63"/>
              <p:cNvSpPr/>
              <p:nvPr/>
            </p:nvSpPr>
            <p:spPr>
              <a:xfrm>
                <a:off x="4400280" y="4903560"/>
                <a:ext cx="1016280" cy="213480"/>
              </a:xfrm>
              <a:custGeom>
                <a:avLst/>
                <a:gdLst>
                  <a:gd name="textAreaLeft" fmla="*/ 0 w 1016280"/>
                  <a:gd name="textAreaRight" fmla="*/ 1017000 w 1016280"/>
                  <a:gd name="textAreaTop" fmla="*/ 0 h 213480"/>
                  <a:gd name="textAreaBottom" fmla="*/ 214200 h 213480"/>
                  <a:gd name="GluePoint1X" fmla="*/ 0 w 788053"/>
                  <a:gd name="GluePoint1Y" fmla="*/ 0 h 240260"/>
                  <a:gd name="GluePoint2X" fmla="*/ 788053 w 788053"/>
                  <a:gd name="GluePoint2Y" fmla="*/ 0 h 240260"/>
                  <a:gd name="GluePoint3X" fmla="*/ 788053 w 788053"/>
                  <a:gd name="GluePoint3Y" fmla="*/ 240260 h 240260"/>
                  <a:gd name="GluePoint4X" fmla="*/ 0 w 788053"/>
                  <a:gd name="GluePoint4Y" fmla="*/ 240260 h 240260"/>
                  <a:gd name="GluePoint5X" fmla="*/ 0 w 788053"/>
                  <a:gd name="GluePoint5Y" fmla="*/ 0 h 2402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788053" h="240260">
                    <a:moveTo>
                      <a:pt x="0" y="0"/>
                    </a:moveTo>
                    <a:lnTo>
                      <a:pt x="788053" y="0"/>
                    </a:lnTo>
                    <a:lnTo>
                      <a:pt x="788053" y="240260"/>
                    </a:lnTo>
                    <a:lnTo>
                      <a:pt x="0" y="240260"/>
                    </a:lnTo>
                    <a:lnTo>
                      <a:pt x="0" y="0"/>
                    </a:lnTo>
                    <a:close/>
                  </a:path>
                </a:pathLst>
              </a:custGeom>
              <a:gradFill rotWithShape="0">
                <a:gsLst>
                  <a:gs pos="0">
                    <a:srgbClr val="B4D9E0"/>
                  </a:gs>
                  <a:gs pos="50000">
                    <a:srgbClr val="A5D5DC"/>
                  </a:gs>
                  <a:gs pos="100000">
                    <a:srgbClr val="90C0C8"/>
                  </a:gs>
                </a:gsLst>
                <a:lin ang="5400000"/>
              </a:gradFill>
              <a:ln w="0">
                <a:noFill/>
              </a:ln>
              <a:effectLst>
                <a:outerShdw algn="ctr" blurRad="57240" dir="5400000" dist="19080" rotWithShape="0">
                  <a:srgbClr val="000000">
                    <a:alpha val="63000"/>
                  </a:srgbClr>
                </a:outerShdw>
              </a:effectLst>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p:style>
            <p:txBody>
              <a:bodyPr numCol="1" spcCol="1440" lIns="9000" tIns="9000" rIns="9000" bIns="9000" anchor="ctr">
                <a:noAutofit/>
              </a:bodyPr>
              <a:p>
                <a:pPr algn="ctr" defTabSz="622440">
                  <a:lnSpc>
                    <a:spcPct val="90000"/>
                  </a:lnSpc>
                  <a:spcAft>
                    <a:spcPts val="386"/>
                  </a:spcAft>
                  <a:tabLst>
                    <a:tab pos="0" algn="l"/>
                  </a:tabLst>
                </a:pPr>
                <a:r>
                  <a:rPr lang="fr-FR" sz="1100" b="0" u="none" strike="noStrike">
                    <a:solidFill>
                      <a:schemeClr val="lt1"/>
                    </a:solidFill>
                    <a:effectLst/>
                    <a:uFillTx/>
                    <a:latin typeface="Franklin Gothic Book"/>
                  </a:rPr>
                  <a:t>E.2 ★</a:t>
                </a:r>
                <a:endParaRPr lang="en-US" sz="1100" b="0" u="none" strike="noStrike">
                  <a:solidFill>
                    <a:srgbClr val="FFFFFF"/>
                  </a:solidFill>
                  <a:effectLst/>
                  <a:uFillTx/>
                  <a:latin typeface="Arial"/>
                </a:endParaRPr>
              </a:p>
            </p:txBody>
          </p:sp>
        </p:grpSp>
      </p:grpSp>
      <p:cxnSp>
        <p:nvCxnSpPr>
          <p:cNvPr id="577" name="Connecteur droit 68"/>
          <p:cNvCxnSpPr/>
          <p:nvPr/>
        </p:nvCxnSpPr>
        <p:spPr>
          <a:xfrm>
            <a:off x="3269160" y="1773000"/>
            <a:ext cx="720" cy="4971960"/>
          </a:xfrm>
          <a:prstGeom prst="straightConnector1">
            <a:avLst/>
          </a:prstGeom>
          <a:ln w="19050">
            <a:solidFill>
              <a:srgbClr val="4495A2"/>
            </a:solidFill>
            <a:prstDash val="dash"/>
            <a:round/>
          </a:ln>
        </p:spPr>
      </p:cxnSp>
      <p:sp>
        <p:nvSpPr>
          <p:cNvPr id="578" name="ZoneTexte 69"/>
          <p:cNvSpPr/>
          <p:nvPr/>
        </p:nvSpPr>
        <p:spPr>
          <a:xfrm>
            <a:off x="865440" y="1589760"/>
            <a:ext cx="2121480" cy="6454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800" b="1" u="none" strike="noStrike">
                <a:solidFill>
                  <a:schemeClr val="dk1"/>
                </a:solidFill>
                <a:effectLst/>
                <a:uFillTx/>
                <a:latin typeface="Franklin Gothic Book"/>
              </a:rPr>
              <a:t>Éditeur</a:t>
            </a:r>
            <a:br>
              <a:rPr sz="1800"/>
            </a:br>
            <a:r>
              <a:rPr lang="fr-FR" sz="1800" b="1" u="none" strike="noStrike">
                <a:solidFill>
                  <a:schemeClr val="dk1"/>
                </a:solidFill>
                <a:effectLst/>
                <a:uFillTx/>
                <a:latin typeface="Franklin Gothic Book"/>
              </a:rPr>
              <a:t>barre de navigation </a:t>
            </a:r>
            <a:endParaRPr lang="en-US" sz="1800" b="0" u="none" strike="noStrike">
              <a:solidFill>
                <a:srgbClr val="000000"/>
              </a:solidFill>
              <a:effectLst/>
              <a:uFillTx/>
              <a:latin typeface="Arial"/>
            </a:endParaRPr>
          </a:p>
        </p:txBody>
      </p:sp>
      <p:sp>
        <p:nvSpPr>
          <p:cNvPr id="579" name="ZoneTexte 70"/>
          <p:cNvSpPr/>
          <p:nvPr/>
        </p:nvSpPr>
        <p:spPr>
          <a:xfrm>
            <a:off x="3763440" y="1590120"/>
            <a:ext cx="1797120" cy="6454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800" b="1" u="none" strike="noStrike">
                <a:solidFill>
                  <a:schemeClr val="dk1"/>
                </a:solidFill>
                <a:effectLst/>
                <a:uFillTx/>
                <a:latin typeface="Franklin Gothic Book"/>
              </a:rPr>
              <a:t>Éditeur</a:t>
            </a:r>
            <a:br>
              <a:rPr sz="1800"/>
            </a:br>
            <a:r>
              <a:rPr lang="fr-FR" sz="1800" b="1" u="none" strike="noStrike">
                <a:solidFill>
                  <a:schemeClr val="dk1"/>
                </a:solidFill>
                <a:effectLst/>
                <a:uFillTx/>
                <a:latin typeface="Franklin Gothic Book"/>
              </a:rPr>
              <a:t>Pages et articles</a:t>
            </a:r>
            <a:endParaRPr lang="en-US" sz="1800" b="0" u="none" strike="noStrike">
              <a:solidFill>
                <a:srgbClr val="000000"/>
              </a:solidFill>
              <a:effectLst/>
              <a:uFillTx/>
              <a:latin typeface="Arial"/>
            </a:endParaRPr>
          </a:p>
        </p:txBody>
      </p:sp>
      <p:sp>
        <p:nvSpPr>
          <p:cNvPr id="580" name="ZoneTexte 77"/>
          <p:cNvSpPr/>
          <p:nvPr/>
        </p:nvSpPr>
        <p:spPr>
          <a:xfrm>
            <a:off x="2765160" y="3346920"/>
            <a:ext cx="402840" cy="368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800" b="0" u="none" strike="noStrike">
                <a:solidFill>
                  <a:schemeClr val="lt1"/>
                </a:solidFill>
                <a:effectLst/>
                <a:uFillTx/>
                <a:latin typeface="Franklin Gothic Book"/>
              </a:rPr>
              <a:t>🔗</a:t>
            </a:r>
            <a:endParaRPr lang="en-US" sz="1800" b="0" u="none" strike="noStrike">
              <a:solidFill>
                <a:srgbClr val="000000"/>
              </a:solidFill>
              <a:effectLst/>
              <a:uFillTx/>
              <a:latin typeface="Arial"/>
            </a:endParaRPr>
          </a:p>
        </p:txBody>
      </p:sp>
      <p:sp>
        <p:nvSpPr>
          <p:cNvPr id="581" name="ZoneTexte 78"/>
          <p:cNvSpPr/>
          <p:nvPr/>
        </p:nvSpPr>
        <p:spPr>
          <a:xfrm>
            <a:off x="2764080" y="4005000"/>
            <a:ext cx="402840" cy="368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800" b="0" u="none" strike="noStrike">
                <a:solidFill>
                  <a:schemeClr val="lt1"/>
                </a:solidFill>
                <a:effectLst/>
                <a:uFillTx/>
                <a:latin typeface="Franklin Gothic Book"/>
              </a:rPr>
              <a:t>🔗</a:t>
            </a:r>
            <a:endParaRPr lang="en-US" sz="1800" b="0" u="none" strike="noStrike">
              <a:solidFill>
                <a:srgbClr val="000000"/>
              </a:solidFill>
              <a:effectLst/>
              <a:uFillTx/>
              <a:latin typeface="Arial"/>
            </a:endParaRPr>
          </a:p>
        </p:txBody>
      </p:sp>
      <p:sp>
        <p:nvSpPr>
          <p:cNvPr id="582" name="ZoneTexte 79"/>
          <p:cNvSpPr/>
          <p:nvPr/>
        </p:nvSpPr>
        <p:spPr>
          <a:xfrm>
            <a:off x="2750400" y="5767560"/>
            <a:ext cx="402840" cy="368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800" b="0" u="none" strike="noStrike">
                <a:solidFill>
                  <a:schemeClr val="lt1"/>
                </a:solidFill>
                <a:effectLst/>
                <a:uFillTx/>
                <a:latin typeface="Franklin Gothic Book"/>
              </a:rPr>
              <a:t>🔗</a:t>
            </a:r>
            <a:endParaRPr lang="en-US" sz="1800" b="0" u="none" strike="noStrike">
              <a:solidFill>
                <a:srgbClr val="000000"/>
              </a:solidFill>
              <a:effectLst/>
              <a:uFillTx/>
              <a:latin typeface="Arial"/>
            </a:endParaRPr>
          </a:p>
        </p:txBody>
      </p:sp>
      <p:sp>
        <p:nvSpPr>
          <p:cNvPr id="583" name="ZoneTexte 82"/>
          <p:cNvSpPr/>
          <p:nvPr/>
        </p:nvSpPr>
        <p:spPr>
          <a:xfrm>
            <a:off x="2775960" y="2404080"/>
            <a:ext cx="402840" cy="368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1800" b="0" u="none" strike="noStrike">
                <a:solidFill>
                  <a:schemeClr val="lt1"/>
                </a:solidFill>
                <a:effectLst/>
                <a:uFillTx/>
                <a:latin typeface="Franklin Gothic Book"/>
              </a:rPr>
              <a:t>🔗</a:t>
            </a:r>
            <a:endParaRPr lang="en-US" sz="1800" b="0" u="none" strike="noStrike">
              <a:solidFill>
                <a:srgbClr val="000000"/>
              </a:solidFill>
              <a:effectLst/>
              <a:uFillTx/>
              <a:latin typeface="Arial"/>
            </a:endParaRPr>
          </a:p>
        </p:txBody>
      </p:sp>
      <p:pic>
        <p:nvPicPr>
          <p:cNvPr id="584" name="BCSTO modèle 84"/>
          <p:cNvPicPr/>
          <p:nvPr/>
        </p:nvPicPr>
        <p:blipFill>
          <a:blip r:embed="rId1"/>
          <a:stretch/>
        </p:blipFill>
        <p:spPr>
          <a:xfrm>
            <a:off x="11334600" y="228600"/>
            <a:ext cx="456480" cy="456480"/>
          </a:xfrm>
          <a:prstGeom prst="rect">
            <a:avLst/>
          </a:prstGeom>
          <a:noFill/>
          <a:ln w="0">
            <a:noFill/>
          </a:ln>
        </p:spPr>
      </p:pic>
      <p:sp>
        <p:nvSpPr>
          <p:cNvPr id="585" name="BCSTO modèle 85"/>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586"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08  Site web (CMS)</a:t>
            </a:r>
            <a:endParaRPr lang="en-US" sz="1050" b="0" u="none" strike="noStrike">
              <a:solidFill>
                <a:srgbClr val="000000"/>
              </a:solidFill>
              <a:effectLst/>
              <a:uFillTx/>
              <a:latin typeface="Arial"/>
            </a:endParaRPr>
          </a:p>
        </p:txBody>
      </p:sp>
      <p:sp>
        <p:nvSpPr>
          <p:cNvPr id="587"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27</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Éditeur de barre de menu</a:t>
            </a:r>
            <a:br>
              <a:rPr sz="4400"/>
            </a:br>
            <a:r>
              <a:rPr lang="fr-FR" sz="4400" b="1" u="none" spc="99" strike="noStrike">
                <a:solidFill>
                  <a:schemeClr val="dk1"/>
                </a:solidFill>
                <a:effectLst/>
                <a:uFillTx/>
                <a:latin typeface="Franklin Gothic Demi"/>
              </a:rPr>
              <a:t>la structure de données</a:t>
            </a:r>
            <a:endParaRPr lang="fr-FR" sz="4400" b="1" u="none" spc="99" strike="noStrike">
              <a:solidFill>
                <a:schemeClr val="dk1"/>
              </a:solidFill>
              <a:effectLst/>
              <a:uFillTx/>
              <a:latin typeface="Franklin Gothic Demi"/>
            </a:endParaRPr>
          </a:p>
        </p:txBody>
      </p:sp>
      <p:sp>
        <p:nvSpPr>
          <p:cNvPr id="589" name="PlaceHolder 2"/>
          <p:cNvSpPr>
            <a:spLocks noGrp="1"/>
          </p:cNvSpPr>
          <p:nvPr>
            <p:ph hasCustomPrompt="1"/>
          </p:nvPr>
        </p:nvSpPr>
        <p:spPr>
          <a:xfrm>
            <a:off x="595440" y="2676600"/>
            <a:ext cx="5745960" cy="3596760"/>
          </a:xfrm>
          <a:prstGeom prst="rect">
            <a:avLst/>
          </a:prstGeom>
          <a:noFill/>
          <a:ln w="0">
            <a:noFill/>
          </a:ln>
        </p:spPr>
        <p:txBody>
          <a:bodyPr lIns="0" tIns="45720" rIns="91440" bIns="45720" anchor="t">
            <a:noAutofit/>
          </a:bodyPr>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À écrire </a:t>
            </a:r>
            <a:endParaRPr lang="fr-FR" sz="2000" b="0" u="none" strike="noStrike">
              <a:solidFill>
                <a:schemeClr val="dk1"/>
              </a:solidFill>
              <a:effectLst/>
              <a:uFillTx/>
              <a:latin typeface="Franklin Gothic Book"/>
            </a:endParaRPr>
          </a:p>
          <a:p>
            <a:pPr indent="0" algn="l" defTabSz="914400">
              <a:lnSpc>
                <a:spcPct val="90000"/>
              </a:lnSpc>
              <a:spcBef>
                <a:spcPts val="1800"/>
              </a:spcBef>
              <a:buNone/>
              <a:tabLst>
                <a:tab pos="0" algn="l"/>
              </a:tabLst>
            </a:pPr>
            <a:r>
              <a:rPr lang="fr-FR" sz="2000" b="0" u="none" strike="noStrike">
                <a:solidFill>
                  <a:schemeClr val="dk1"/>
                </a:solidFill>
                <a:effectLst/>
                <a:uFillTx/>
                <a:latin typeface="Franklin Gothic Book"/>
              </a:rPr>
              <a:t>Mais pas urgent car à usage rare et assez sensible</a:t>
            </a:r>
            <a:endParaRPr lang="fr-FR" sz="2000" b="0" u="none" strike="noStrike">
              <a:solidFill>
                <a:schemeClr val="dk1"/>
              </a:solidFill>
              <a:effectLst/>
              <a:uFillTx/>
              <a:latin typeface="Franklin Gothic Book"/>
            </a:endParaRPr>
          </a:p>
        </p:txBody>
      </p:sp>
      <p:pic>
        <p:nvPicPr>
          <p:cNvPr id="590" name="BCSTO modèle 58"/>
          <p:cNvPicPr/>
          <p:nvPr/>
        </p:nvPicPr>
        <p:blipFill>
          <a:blip r:embed="rId1"/>
          <a:stretch/>
        </p:blipFill>
        <p:spPr>
          <a:xfrm>
            <a:off x="11334600" y="228600"/>
            <a:ext cx="456480" cy="456480"/>
          </a:xfrm>
          <a:prstGeom prst="rect">
            <a:avLst/>
          </a:prstGeom>
          <a:noFill/>
          <a:ln w="0">
            <a:noFill/>
          </a:ln>
        </p:spPr>
      </p:pic>
      <p:sp>
        <p:nvSpPr>
          <p:cNvPr id="591" name="BCSTO modèle 59"/>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592"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08  Site web (CMS)</a:t>
            </a:r>
            <a:endParaRPr lang="en-US" sz="1050" b="0" u="none" strike="noStrike">
              <a:solidFill>
                <a:srgbClr val="000000"/>
              </a:solidFill>
              <a:effectLst/>
              <a:uFillTx/>
              <a:latin typeface="Arial"/>
            </a:endParaRPr>
          </a:p>
        </p:txBody>
      </p:sp>
      <p:sp>
        <p:nvSpPr>
          <p:cNvPr id="593"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28</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Éditeur de pages et articles</a:t>
            </a:r>
            <a:br>
              <a:rPr sz="4400"/>
            </a:br>
            <a:r>
              <a:rPr lang="fr-FR" sz="4400" b="1" u="none" spc="99" strike="noStrike">
                <a:solidFill>
                  <a:schemeClr val="dk1"/>
                </a:solidFill>
                <a:effectLst/>
                <a:uFillTx/>
                <a:latin typeface="Franklin Gothic Demi"/>
              </a:rPr>
              <a:t>la structure de données</a:t>
            </a:r>
            <a:endParaRPr lang="fr-FR" sz="4400" b="1" u="none" spc="99" strike="noStrike">
              <a:solidFill>
                <a:schemeClr val="dk1"/>
              </a:solidFill>
              <a:effectLst/>
              <a:uFillTx/>
              <a:latin typeface="Franklin Gothic Demi"/>
            </a:endParaRPr>
          </a:p>
        </p:txBody>
      </p:sp>
      <p:graphicFrame>
        <p:nvGraphicFramePr>
          <p:cNvPr id="595" name="Tableau 19"/>
          <p:cNvGraphicFramePr/>
          <p:nvPr/>
        </p:nvGraphicFramePr>
        <p:xfrm>
          <a:off x="155520" y="1552320"/>
          <a:ext cx="1323000" cy="1854000"/>
        </p:xfrm>
        <a:graphic>
          <a:graphicData uri="http://schemas.openxmlformats.org/drawingml/2006/table">
            <a:tbl>
              <a:tblPr/>
              <a:tblGrid>
                <a:gridCol w="1323360"/>
              </a:tblGrid>
              <a:tr h="370800">
                <a:tc>
                  <a:txBody>
                    <a:bodyPr anchor="t">
                      <a:noAutofit/>
                    </a:bodyPr>
                    <a:p>
                      <a:pPr algn="ctr" defTabSz="914400">
                        <a:lnSpc>
                          <a:spcPct val="100000"/>
                        </a:lnSpc>
                      </a:pPr>
                      <a:r>
                        <a:rPr lang="fr-FR" sz="1200" b="1" u="none" strike="noStrike">
                          <a:solidFill>
                            <a:schemeClr val="dk1"/>
                          </a:solidFill>
                          <a:effectLst/>
                          <a:uFillTx/>
                          <a:latin typeface="Franklin Gothic Book"/>
                        </a:rPr>
                        <a:t>Page</a:t>
                      </a:r>
                      <a:endParaRPr lang="en-U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2880">
                      <a:solidFill>
                        <a:srgbClr val="000000"/>
                      </a:solidFill>
                      <a:prstDash val="solid"/>
                    </a:lnB>
                    <a:solidFill>
                      <a:schemeClr val="lt1">
                        <a:lumMod val="85000"/>
                      </a:schemeClr>
                    </a:solidFill>
                  </a:tcPr>
                </a:tc>
              </a:tr>
              <a:tr h="370800">
                <a:tc>
                  <a:txBody>
                    <a:bodyPr anchor="ctr">
                      <a:noAutofit/>
                    </a:bodyPr>
                    <a:p>
                      <a:pPr defTabSz="914400">
                        <a:lnSpc>
                          <a:spcPct val="100000"/>
                        </a:lnSpc>
                      </a:pPr>
                      <a:r>
                        <a:rPr lang="fr-FR" sz="1200" b="0" i="1" u="none" strike="noStrike">
                          <a:solidFill>
                            <a:schemeClr val="lt1"/>
                          </a:solidFill>
                          <a:effectLst/>
                          <a:uFillTx/>
                          <a:latin typeface="Franklin Gothic Book"/>
                        </a:rPr>
                        <a:t>page_id</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2880">
                      <a:solidFill>
                        <a:srgbClr val="000000"/>
                      </a:solidFill>
                      <a:prstDash val="solid"/>
                    </a:lnT>
                    <a:lnB w="2880">
                      <a:solidFill>
                        <a:srgbClr val="000000"/>
                      </a:solidFill>
                      <a:prstDash val="solid"/>
                    </a:lnB>
                    <a:solidFill>
                      <a:schemeClr val="accent3"/>
                    </a:solidFill>
                  </a:tcPr>
                </a:tc>
              </a:tr>
              <a:tr h="370800">
                <a:tc>
                  <a:txBody>
                    <a:bodyPr anchor="ctr">
                      <a:noAutofit/>
                    </a:bodyPr>
                    <a:p>
                      <a:pPr defTabSz="914400">
                        <a:lnSpc>
                          <a:spcPct val="100000"/>
                        </a:lnSpc>
                      </a:pPr>
                      <a:r>
                        <a:rPr lang="fr-FR" sz="1200" b="0" u="none" strike="noStrike">
                          <a:solidFill>
                            <a:schemeClr val="lt1"/>
                          </a:solidFill>
                          <a:effectLst/>
                          <a:uFillTx/>
                          <a:latin typeface="Franklin Gothic Book"/>
                        </a:rPr>
                        <a:t>titre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2880">
                      <a:solidFill>
                        <a:srgbClr val="000000"/>
                      </a:solidFill>
                      <a:prstDash val="solid"/>
                    </a:lnT>
                    <a:lnB w="2880">
                      <a:solidFill>
                        <a:srgbClr val="000000"/>
                      </a:solidFill>
                      <a:prstDash val="solid"/>
                    </a:lnB>
                    <a:solidFill>
                      <a:schemeClr val="accent3"/>
                    </a:solidFill>
                  </a:tcPr>
                </a:tc>
              </a:tr>
              <a:tr h="370800">
                <a:tc>
                  <a:txBody>
                    <a:bodyPr anchor="ctr">
                      <a:noAutofit/>
                    </a:bodyPr>
                    <a:p>
                      <a:pPr defTabSz="914400">
                        <a:lnSpc>
                          <a:spcPct val="100000"/>
                        </a:lnSpc>
                      </a:pPr>
                      <a:r>
                        <a:rPr lang="fr-FR" sz="1200" b="0" u="none" strike="noStrike">
                          <a:solidFill>
                            <a:schemeClr val="lt1"/>
                          </a:solidFill>
                          <a:effectLst/>
                          <a:uFillTx/>
                          <a:latin typeface="Franklin Gothic Book"/>
                        </a:rPr>
                        <a:t>modèle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2880">
                      <a:solidFill>
                        <a:srgbClr val="000000"/>
                      </a:solidFill>
                      <a:prstDash val="solid"/>
                    </a:lnT>
                    <a:lnB w="2880">
                      <a:solidFill>
                        <a:srgbClr val="000000"/>
                      </a:solidFill>
                      <a:prstDash val="solid"/>
                    </a:lnB>
                    <a:solidFill>
                      <a:schemeClr val="accent3"/>
                    </a:solidFill>
                  </a:tcPr>
                </a:tc>
              </a:tr>
              <a:tr h="370800">
                <a:tc>
                  <a:txBody>
                    <a:bodyPr anchor="ctr">
                      <a:noAutofit/>
                    </a:bodyPr>
                    <a:p>
                      <a:pPr defTabSz="914400">
                        <a:lnSpc>
                          <a:spcPct val="100000"/>
                        </a:lnSpc>
                      </a:pPr>
                      <a:r>
                        <a:rPr lang="fr-FR" sz="1200" b="0" u="none" strike="noStrike">
                          <a:solidFill>
                            <a:schemeClr val="lt1"/>
                          </a:solidFill>
                          <a:effectLst/>
                          <a:uFillTx/>
                          <a:latin typeface="Franklin Gothic Book"/>
                        </a:rPr>
                        <a:t>snippet_ids[]</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2880">
                      <a:solidFill>
                        <a:srgbClr val="000000"/>
                      </a:solidFill>
                      <a:prstDash val="solid"/>
                    </a:lnT>
                    <a:lnB w="12240">
                      <a:noFill/>
                      <a:prstDash val="solid"/>
                    </a:lnB>
                    <a:solidFill>
                      <a:schemeClr val="accent3"/>
                    </a:solidFill>
                  </a:tcPr>
                </a:tc>
              </a:tr>
            </a:tbl>
          </a:graphicData>
        </a:graphic>
      </p:graphicFrame>
      <p:graphicFrame>
        <p:nvGraphicFramePr>
          <p:cNvPr id="596" name="Tableau 27"/>
          <p:cNvGraphicFramePr/>
          <p:nvPr/>
        </p:nvGraphicFramePr>
        <p:xfrm>
          <a:off x="1577160" y="3642120"/>
          <a:ext cx="1960560" cy="3021480"/>
        </p:xfrm>
        <a:graphic>
          <a:graphicData uri="http://schemas.openxmlformats.org/drawingml/2006/table">
            <a:tbl>
              <a:tblPr/>
              <a:tblGrid>
                <a:gridCol w="1960920"/>
              </a:tblGrid>
              <a:tr h="257400">
                <a:tc>
                  <a:txBody>
                    <a:bodyPr anchor="t">
                      <a:noAutofit/>
                    </a:bodyPr>
                    <a:p>
                      <a:pPr algn="ctr" defTabSz="914400">
                        <a:lnSpc>
                          <a:spcPct val="100000"/>
                        </a:lnSpc>
                      </a:pPr>
                      <a:r>
                        <a:rPr lang="fr-FR" sz="1200" b="1" u="none" strike="noStrike">
                          <a:solidFill>
                            <a:schemeClr val="dk1"/>
                          </a:solidFill>
                          <a:effectLst/>
                          <a:uFillTx/>
                          <a:latin typeface="Franklin Gothic Book"/>
                        </a:rPr>
                        <a:t>article</a:t>
                      </a:r>
                      <a:endParaRPr lang="en-U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chemeClr val="lt1">
                        <a:lumMod val="85000"/>
                      </a:schemeClr>
                    </a:solidFill>
                  </a:tcPr>
                </a:tc>
              </a:tr>
              <a:tr h="257400">
                <a:tc>
                  <a:txBody>
                    <a:bodyPr anchor="ctr">
                      <a:noAutofit/>
                    </a:bodyPr>
                    <a:p>
                      <a:pPr defTabSz="914400">
                        <a:lnSpc>
                          <a:spcPct val="100000"/>
                        </a:lnSpc>
                      </a:pPr>
                      <a:r>
                        <a:rPr lang="fr-FR" sz="1200" b="0" i="1" u="none" strike="noStrike">
                          <a:solidFill>
                            <a:schemeClr val="lt1"/>
                          </a:solidFill>
                          <a:effectLst/>
                          <a:uFillTx/>
                          <a:latin typeface="Franklin Gothic Book"/>
                        </a:rPr>
                        <a:t>snippet_id</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titre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sous-titre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contenu</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public</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à la une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image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fichier</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u="none" strike="noStrike">
                          <a:solidFill>
                            <a:schemeClr val="lt1"/>
                          </a:solidFill>
                          <a:effectLst/>
                          <a:uFillTx/>
                          <a:latin typeface="Franklin Gothic Book"/>
                        </a:rPr>
                        <a:t>répertoire</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r h="257400">
                <a:tc>
                  <a:txBody>
                    <a:bodyPr anchor="ctr">
                      <a:noAutofit/>
                    </a:bodyPr>
                    <a:p>
                      <a:pPr defTabSz="914400">
                        <a:lnSpc>
                          <a:spcPct val="100000"/>
                        </a:lnSpc>
                      </a:pPr>
                      <a:r>
                        <a:rPr lang="fr-FR" sz="1200" b="0" i="1" u="none" strike="noStrike">
                          <a:solidFill>
                            <a:schemeClr val="lt1"/>
                          </a:solidFill>
                          <a:effectLst/>
                          <a:uFillTx/>
                          <a:latin typeface="Franklin Gothic Book"/>
                        </a:rPr>
                        <a:t>page_id</a:t>
                      </a:r>
                      <a:endParaRPr lang="en-US" sz="1200" b="0" u="none" strike="noStrike">
                        <a:solidFill>
                          <a:srgbClr val="FFFFFF"/>
                        </a:solidFill>
                        <a:effectLst/>
                        <a:uFillTx/>
                        <a:latin typeface="Arial"/>
                      </a:endParaRPr>
                    </a:p>
                  </a:txBody>
                  <a:tcPr anchor="ctr"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3"/>
                    </a:solidFill>
                  </a:tcPr>
                </a:tc>
              </a:tr>
            </a:tbl>
          </a:graphicData>
        </a:graphic>
      </p:graphicFrame>
      <p:graphicFrame>
        <p:nvGraphicFramePr>
          <p:cNvPr id="597" name="Tableau 43"/>
          <p:cNvGraphicFramePr/>
          <p:nvPr/>
        </p:nvGraphicFramePr>
        <p:xfrm>
          <a:off x="7354800" y="1885320"/>
          <a:ext cx="4598640" cy="2057400"/>
        </p:xfrm>
        <a:graphic>
          <a:graphicData uri="http://schemas.openxmlformats.org/drawingml/2006/table">
            <a:tbl>
              <a:tblPr/>
              <a:tblGrid>
                <a:gridCol w="1674720"/>
                <a:gridCol w="2924280"/>
              </a:tblGrid>
              <a:tr h="0">
                <a:tc gridSpan="2">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Modèles d’affichage</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dk2"/>
                    </a:solidFill>
                  </a:tcPr>
                </a:tc>
                <a:tc hMerge="1">
                  <a:txBody>
                    <a:bodyPr lIns="90000" tIns="45000" rIns="90000" bIns="45000" anchor="t">
                      <a:noAutofit/>
                    </a:bodyPr>
                    <a:p>
                      <a:pPr/>
                      <a:endParaRPr lang="en-US" sz="1800" b="0" u="none" strike="noStrike">
                        <a:solidFill>
                          <a:srgbClr val="FFFFFF"/>
                        </a:solidFill>
                        <a:effectLst/>
                        <a:uFillTx/>
                        <a:latin typeface="Arial"/>
                      </a:endParaRPr>
                    </a:p>
                  </a:txBody>
                  <a:tcPr anchor="t" marL="90000" marR="90000" marT="45000" marB="45000">
                    <a:lnL>
                      <a:noFill/>
                    </a:lnL>
                    <a:lnR>
                      <a:noFill/>
                    </a:lnR>
                    <a:lnT>
                      <a:noFill/>
                    </a:lnT>
                    <a:lnB>
                      <a:noFill/>
                    </a:lnB>
                    <a:solidFill>
                      <a:schemeClr val="accent1"/>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séquentiel</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Articles affichés séquentiellement</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publication</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Publication avec navigation entre les articles</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à la une</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Cartes éditoriales de mise en avant</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trombinoscope</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Fiches de personnes avec portrait</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téléchargement</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Liste de documents téléchargeables</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fiches img haut-gauche</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Cartes avec image en haut à gauche</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albums</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Albums et galeries de photos</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r h="0">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livret</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c>
                  <a:txBody>
                    <a:bodyPr lIns="56880" tIns="37800" rIns="56880" bIns="37800" anchor="ctr">
                      <a:noAutofit/>
                    </a:bodyPr>
                    <a:p>
                      <a:pPr defTabSz="914400">
                        <a:lnSpc>
                          <a:spcPct val="100000"/>
                        </a:lnSpc>
                      </a:pPr>
                      <a:r>
                        <a:rPr lang="fr-FR" sz="1000" b="0" u="none" strike="noStrike">
                          <a:solidFill>
                            <a:schemeClr val="dk1"/>
                          </a:solidFill>
                          <a:effectLst/>
                          <a:uFillTx/>
                          <a:latin typeface="Calibri Light"/>
                          <a:ea typeface="Calibri Light"/>
                        </a:rPr>
                        <a:t>Présentation sous forme de livret animé</a:t>
                      </a:r>
                      <a:endParaRPr lang="en-US" sz="1000" b="0" u="none" strike="noStrike">
                        <a:solidFill>
                          <a:srgbClr val="000000"/>
                        </a:solidFill>
                        <a:effectLst/>
                        <a:uFillTx/>
                        <a:latin typeface="Arial"/>
                      </a:endParaRPr>
                    </a:p>
                  </a:txBody>
                  <a:tcPr anchor="ctr" marL="56880" marR="56880" marT="37800" marB="37800">
                    <a:lnL w="12240">
                      <a:noFill/>
                      <a:prstDash val="solid"/>
                    </a:lnL>
                    <a:lnR w="12240">
                      <a:noFill/>
                      <a:prstDash val="solid"/>
                    </a:lnR>
                    <a:lnT w="12240">
                      <a:noFill/>
                      <a:prstDash val="solid"/>
                    </a:lnT>
                    <a:lnB w="12240">
                      <a:noFill/>
                      <a:prstDash val="solid"/>
                    </a:lnB>
                    <a:solidFill>
                      <a:schemeClr val="accent6">
                        <a:tint val="20000"/>
                      </a:schemeClr>
                    </a:solidFill>
                  </a:tcPr>
                </a:tc>
              </a:tr>
            </a:tbl>
          </a:graphicData>
        </a:graphic>
      </p:graphicFrame>
      <p:sp>
        <p:nvSpPr>
          <p:cNvPr id="598" name="ZoneTexte 48"/>
          <p:cNvSpPr/>
          <p:nvPr/>
        </p:nvSpPr>
        <p:spPr>
          <a:xfrm>
            <a:off x="1720080" y="2292120"/>
            <a:ext cx="5159520" cy="33984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Le </a:t>
            </a:r>
            <a:r>
              <a:rPr lang="fr-FR" sz="1400" b="1" u="none" strike="noStrike">
                <a:solidFill>
                  <a:schemeClr val="dk1"/>
                </a:solidFill>
                <a:effectLst/>
                <a:uFillTx/>
                <a:latin typeface="Franklin Gothic Book"/>
              </a:rPr>
              <a:t>titre</a:t>
            </a:r>
            <a:r>
              <a:rPr lang="fr-FR" sz="1400" b="0" u="none" strike="noStrike">
                <a:solidFill>
                  <a:schemeClr val="dk1"/>
                </a:solidFill>
                <a:effectLst/>
                <a:uFillTx/>
                <a:latin typeface="Franklin Gothic Book"/>
              </a:rPr>
              <a:t> n’est qu’une aide à la désignation de la page</a:t>
            </a:r>
            <a:endParaRPr lang="en-US" sz="1400" b="0" u="none" strike="noStrike">
              <a:solidFill>
                <a:srgbClr val="000000"/>
              </a:solidFill>
              <a:effectLst/>
              <a:uFillTx/>
              <a:latin typeface="Arial"/>
            </a:endParaRPr>
          </a:p>
        </p:txBody>
      </p:sp>
      <p:sp>
        <p:nvSpPr>
          <p:cNvPr id="599" name="ZoneTexte 49"/>
          <p:cNvSpPr/>
          <p:nvPr/>
        </p:nvSpPr>
        <p:spPr>
          <a:xfrm>
            <a:off x="1720080" y="2690280"/>
            <a:ext cx="515952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Le </a:t>
            </a:r>
            <a:r>
              <a:rPr lang="fr-FR" sz="1400" b="1" u="none" strike="noStrike">
                <a:solidFill>
                  <a:schemeClr val="dk1"/>
                </a:solidFill>
                <a:effectLst/>
                <a:uFillTx/>
                <a:latin typeface="Franklin Gothic Book"/>
              </a:rPr>
              <a:t>modèle</a:t>
            </a:r>
            <a:r>
              <a:rPr lang="fr-FR" sz="1400" b="0" u="none" strike="noStrike">
                <a:solidFill>
                  <a:schemeClr val="dk1"/>
                </a:solidFill>
                <a:effectLst/>
                <a:uFillTx/>
                <a:latin typeface="Franklin Gothic Book"/>
              </a:rPr>
              <a:t> est la façon dont vont être affichés les articles de la page. Plusieurs modèles préconfigurés sont disponibles</a:t>
            </a:r>
            <a:endParaRPr lang="en-US" sz="1400" b="0" u="none" strike="noStrike">
              <a:solidFill>
                <a:srgbClr val="000000"/>
              </a:solidFill>
              <a:effectLst/>
              <a:uFillTx/>
              <a:latin typeface="Arial"/>
            </a:endParaRPr>
          </a:p>
        </p:txBody>
      </p:sp>
      <p:sp>
        <p:nvSpPr>
          <p:cNvPr id="600" name="ZoneTexte 50"/>
          <p:cNvSpPr/>
          <p:nvPr/>
        </p:nvSpPr>
        <p:spPr>
          <a:xfrm>
            <a:off x="3649680" y="4288320"/>
            <a:ext cx="438948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Le </a:t>
            </a:r>
            <a:r>
              <a:rPr lang="fr-FR" sz="1400" b="1" u="none" strike="noStrike">
                <a:solidFill>
                  <a:schemeClr val="dk1"/>
                </a:solidFill>
                <a:effectLst/>
                <a:uFillTx/>
                <a:latin typeface="Franklin Gothic Book"/>
              </a:rPr>
              <a:t>titre, sous-titre et contenu </a:t>
            </a:r>
            <a:r>
              <a:rPr lang="fr-FR" sz="1400" b="0" u="none" strike="noStrike">
                <a:solidFill>
                  <a:schemeClr val="dk1"/>
                </a:solidFill>
                <a:effectLst/>
                <a:uFillTx/>
                <a:latin typeface="Franklin Gothic Book"/>
              </a:rPr>
              <a:t>sont la partie textuelle d’un article.</a:t>
            </a:r>
            <a:endParaRPr lang="en-US" sz="1400" b="0" u="none" strike="noStrike">
              <a:solidFill>
                <a:srgbClr val="000000"/>
              </a:solidFill>
              <a:effectLst/>
              <a:uFillTx/>
              <a:latin typeface="Arial"/>
            </a:endParaRPr>
          </a:p>
        </p:txBody>
      </p:sp>
      <p:sp>
        <p:nvSpPr>
          <p:cNvPr id="601" name="ZoneTexte 51"/>
          <p:cNvSpPr/>
          <p:nvPr/>
        </p:nvSpPr>
        <p:spPr>
          <a:xfrm>
            <a:off x="3649680" y="4944960"/>
            <a:ext cx="438948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1" u="none" strike="noStrike">
                <a:solidFill>
                  <a:schemeClr val="dk1"/>
                </a:solidFill>
                <a:effectLst/>
                <a:uFillTx/>
                <a:latin typeface="Franklin Gothic Book"/>
              </a:rPr>
              <a:t>public</a:t>
            </a:r>
            <a:r>
              <a:rPr lang="fr-FR" sz="1400" b="0" u="none" strike="noStrike">
                <a:solidFill>
                  <a:schemeClr val="dk1"/>
                </a:solidFill>
                <a:effectLst/>
                <a:uFillTx/>
                <a:latin typeface="Franklin Gothic Book"/>
              </a:rPr>
              <a:t> et ‘</a:t>
            </a:r>
            <a:r>
              <a:rPr lang="fr-FR" sz="1400" b="1" u="none" strike="noStrike">
                <a:solidFill>
                  <a:schemeClr val="dk1"/>
                </a:solidFill>
                <a:effectLst/>
                <a:uFillTx/>
                <a:latin typeface="Franklin Gothic Book"/>
              </a:rPr>
              <a:t>à la une</a:t>
            </a:r>
            <a:r>
              <a:rPr lang="fr-FR" sz="1400" b="0" u="none" strike="noStrike">
                <a:solidFill>
                  <a:schemeClr val="dk1"/>
                </a:solidFill>
                <a:effectLst/>
                <a:uFillTx/>
                <a:latin typeface="Franklin Gothic Book"/>
              </a:rPr>
              <a:t>’ régissent la visibilité de l’article au niveau (site) public et dans la page d’accueil</a:t>
            </a:r>
            <a:endParaRPr lang="en-US" sz="1400" b="0" u="none" strike="noStrike">
              <a:solidFill>
                <a:srgbClr val="000000"/>
              </a:solidFill>
              <a:effectLst/>
              <a:uFillTx/>
              <a:latin typeface="Arial"/>
            </a:endParaRPr>
          </a:p>
        </p:txBody>
      </p:sp>
      <p:sp>
        <p:nvSpPr>
          <p:cNvPr id="602" name="ZoneTexte 52"/>
          <p:cNvSpPr/>
          <p:nvPr/>
        </p:nvSpPr>
        <p:spPr>
          <a:xfrm>
            <a:off x="3649680" y="5578560"/>
            <a:ext cx="4389480" cy="105480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1" u="none" strike="noStrike">
                <a:solidFill>
                  <a:schemeClr val="dk1"/>
                </a:solidFill>
                <a:effectLst/>
                <a:uFillTx/>
                <a:latin typeface="Franklin Gothic Book"/>
              </a:rPr>
              <a:t>Image</a:t>
            </a:r>
            <a:r>
              <a:rPr lang="fr-FR" sz="1400" b="0" u="none" strike="noStrike">
                <a:solidFill>
                  <a:schemeClr val="dk1"/>
                </a:solidFill>
                <a:effectLst/>
                <a:uFillTx/>
                <a:latin typeface="Franklin Gothic Book"/>
              </a:rPr>
              <a:t>, </a:t>
            </a:r>
            <a:r>
              <a:rPr lang="fr-FR" sz="1400" b="1" u="none" strike="noStrike">
                <a:solidFill>
                  <a:schemeClr val="dk1"/>
                </a:solidFill>
                <a:effectLst/>
                <a:uFillTx/>
                <a:latin typeface="Franklin Gothic Book"/>
              </a:rPr>
              <a:t>fichier</a:t>
            </a:r>
            <a:r>
              <a:rPr lang="fr-FR" sz="1400" b="0" u="none" strike="noStrike">
                <a:solidFill>
                  <a:schemeClr val="dk1"/>
                </a:solidFill>
                <a:effectLst/>
                <a:uFillTx/>
                <a:latin typeface="Franklin Gothic Book"/>
              </a:rPr>
              <a:t> et </a:t>
            </a:r>
            <a:r>
              <a:rPr lang="fr-FR" sz="1400" b="1" u="none" strike="noStrike">
                <a:solidFill>
                  <a:schemeClr val="dk1"/>
                </a:solidFill>
                <a:effectLst/>
                <a:uFillTx/>
                <a:latin typeface="Franklin Gothic Book"/>
              </a:rPr>
              <a:t>répertoire</a:t>
            </a:r>
            <a:r>
              <a:rPr lang="fr-FR" sz="1400" b="0" u="none" strike="noStrike">
                <a:solidFill>
                  <a:schemeClr val="dk1"/>
                </a:solidFill>
                <a:effectLst/>
                <a:uFillTx/>
                <a:latin typeface="Franklin Gothic Book"/>
              </a:rPr>
              <a:t> sont les noms des fichiers utilisés selon le type de modèle de la page.(typiquement la vignette, le fichier à télécharger, ou le répertoire-album photo</a:t>
            </a:r>
            <a:endParaRPr lang="en-US" sz="1400" b="0" u="none" strike="noStrike">
              <a:solidFill>
                <a:srgbClr val="000000"/>
              </a:solidFill>
              <a:effectLst/>
              <a:uFillTx/>
              <a:latin typeface="Arial"/>
            </a:endParaRPr>
          </a:p>
        </p:txBody>
      </p:sp>
      <p:sp>
        <p:nvSpPr>
          <p:cNvPr id="603" name="ZoneTexte 53"/>
          <p:cNvSpPr/>
          <p:nvPr/>
        </p:nvSpPr>
        <p:spPr>
          <a:xfrm>
            <a:off x="155520" y="3689280"/>
            <a:ext cx="1309680" cy="193824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La page regroupe une liste ordonnées d’articles référencés par un </a:t>
            </a:r>
            <a:r>
              <a:rPr lang="fr-FR" sz="1400" b="1" u="none" strike="noStrike">
                <a:solidFill>
                  <a:schemeClr val="dk1"/>
                </a:solidFill>
                <a:effectLst/>
                <a:uFillTx/>
                <a:latin typeface="Franklin Gothic Book"/>
              </a:rPr>
              <a:t>snippet_id</a:t>
            </a:r>
            <a:endParaRPr lang="en-US" sz="1400" b="0" u="none" strike="noStrike">
              <a:solidFill>
                <a:srgbClr val="000000"/>
              </a:solidFill>
              <a:effectLst/>
              <a:uFillTx/>
              <a:latin typeface="Arial"/>
            </a:endParaRPr>
          </a:p>
        </p:txBody>
      </p:sp>
      <p:cxnSp>
        <p:nvCxnSpPr>
          <p:cNvPr id="604" name="Connecteur droit avec flèche 55"/>
          <p:cNvCxnSpPr>
            <a:endCxn id="597" idx="1"/>
          </p:cNvCxnSpPr>
          <p:nvPr/>
        </p:nvCxnSpPr>
        <p:spPr>
          <a:xfrm flipV="1">
            <a:off x="6952680" y="2913840"/>
            <a:ext cx="402480" cy="66600"/>
          </a:xfrm>
          <a:prstGeom prst="straightConnector1">
            <a:avLst/>
          </a:prstGeom>
          <a:ln w="0">
            <a:solidFill>
              <a:srgbClr val="A9D4DB"/>
            </a:solidFill>
            <a:tailEnd len="med" type="triangle" w="med"/>
          </a:ln>
        </p:spPr>
      </p:cxnSp>
      <p:pic>
        <p:nvPicPr>
          <p:cNvPr id="605" name="BCSTO modèle 57"/>
          <p:cNvPicPr/>
          <p:nvPr/>
        </p:nvPicPr>
        <p:blipFill>
          <a:blip r:embed="rId1"/>
          <a:stretch/>
        </p:blipFill>
        <p:spPr>
          <a:xfrm>
            <a:off x="11334600" y="228600"/>
            <a:ext cx="456480" cy="456480"/>
          </a:xfrm>
          <a:prstGeom prst="rect">
            <a:avLst/>
          </a:prstGeom>
          <a:noFill/>
          <a:ln w="0">
            <a:noFill/>
          </a:ln>
        </p:spPr>
      </p:pic>
      <p:sp>
        <p:nvSpPr>
          <p:cNvPr id="606" name="BCSTO modèle 58"/>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607"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08  Site web (CMS)</a:t>
            </a:r>
            <a:endParaRPr lang="en-US" sz="1050" b="0" u="none" strike="noStrike">
              <a:solidFill>
                <a:srgbClr val="000000"/>
              </a:solidFill>
              <a:effectLst/>
              <a:uFillTx/>
              <a:latin typeface="Arial"/>
            </a:endParaRPr>
          </a:p>
        </p:txBody>
      </p:sp>
      <p:sp>
        <p:nvSpPr>
          <p:cNvPr id="608"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29</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title" hasCustomPrompt="1"/>
          </p:nvPr>
        </p:nvSpPr>
        <p:spPr>
          <a:xfrm>
            <a:off x="594360" y="198360"/>
            <a:ext cx="10972080" cy="1161000"/>
          </a:xfrm>
          <a:prstGeom prst="rect">
            <a:avLst/>
          </a:prstGeom>
          <a:noFill/>
          <a:ln w="0">
            <a:noFill/>
          </a:ln>
        </p:spPr>
        <p:txBody>
          <a:bodyPr lIns="0" tIns="0" rIns="0" bIns="0" anchor="t">
            <a:noAutofit/>
          </a:bodyPr>
          <a:p>
            <a:pPr indent="0" algn="l" defTabSz="914400">
              <a:lnSpc>
                <a:spcPct val="80000"/>
              </a:lnSpc>
              <a:buNone/>
              <a:tabLst>
                <a:tab pos="0" algn="l"/>
              </a:tabLst>
            </a:pPr>
            <a:r>
              <a:rPr lang="fr-FR" sz="4400" b="1" u="none" spc="99" strike="noStrike">
                <a:solidFill>
                  <a:schemeClr val="dk1"/>
                </a:solidFill>
                <a:effectLst/>
                <a:uFillTx/>
                <a:latin typeface="Franklin Gothic Demi"/>
              </a:rPr>
              <a:t>Éditeur de pages et articles</a:t>
            </a:r>
            <a:br>
              <a:rPr sz="4400"/>
            </a:br>
            <a:r>
              <a:rPr lang="fr-FR" sz="4400" b="1" u="none" spc="99" strike="noStrike">
                <a:solidFill>
                  <a:schemeClr val="dk1"/>
                </a:solidFill>
                <a:effectLst/>
                <a:uFillTx/>
                <a:latin typeface="Franklin Gothic Demi"/>
              </a:rPr>
              <a:t>Interface utilisateur</a:t>
            </a:r>
            <a:endParaRPr lang="fr-FR" sz="4400" b="1" u="none" spc="99" strike="noStrike">
              <a:solidFill>
                <a:schemeClr val="dk1"/>
              </a:solidFill>
              <a:effectLst/>
              <a:uFillTx/>
              <a:latin typeface="Franklin Gothic Demi"/>
            </a:endParaRPr>
          </a:p>
        </p:txBody>
      </p:sp>
      <p:pic>
        <p:nvPicPr>
          <p:cNvPr id="610" name="Image 7"/>
          <p:cNvPicPr/>
          <p:nvPr/>
        </p:nvPicPr>
        <p:blipFill>
          <a:blip r:embed="rId1"/>
          <a:srcRect l="0" t="0" r="0" b="13830"/>
          <a:stretch/>
        </p:blipFill>
        <p:spPr>
          <a:xfrm>
            <a:off x="654840" y="3817440"/>
            <a:ext cx="8279280" cy="3016080"/>
          </a:xfrm>
          <a:prstGeom prst="rect">
            <a:avLst/>
          </a:prstGeom>
          <a:noFill/>
          <a:ln w="0">
            <a:noFill/>
          </a:ln>
        </p:spPr>
      </p:pic>
      <p:pic>
        <p:nvPicPr>
          <p:cNvPr id="611" name="Image 9"/>
          <p:cNvPicPr/>
          <p:nvPr/>
        </p:nvPicPr>
        <p:blipFill>
          <a:blip r:embed="rId2"/>
          <a:stretch/>
        </p:blipFill>
        <p:spPr>
          <a:xfrm>
            <a:off x="594360" y="1859760"/>
            <a:ext cx="8379360" cy="1619280"/>
          </a:xfrm>
          <a:prstGeom prst="rect">
            <a:avLst/>
          </a:prstGeom>
          <a:noFill/>
          <a:ln w="0">
            <a:noFill/>
          </a:ln>
        </p:spPr>
      </p:pic>
      <p:sp>
        <p:nvSpPr>
          <p:cNvPr id="612" name="ZoneTexte 10"/>
          <p:cNvSpPr/>
          <p:nvPr/>
        </p:nvSpPr>
        <p:spPr>
          <a:xfrm>
            <a:off x="654840" y="1490400"/>
            <a:ext cx="8752320" cy="3686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1800" b="0" u="none" strike="noStrike">
                <a:solidFill>
                  <a:schemeClr val="dk1"/>
                </a:solidFill>
                <a:effectLst/>
                <a:uFillTx/>
                <a:latin typeface="Franklin Gothic Book"/>
              </a:rPr>
              <a:t>La liste des pages avec modèle appliqué et l’information de lien avec la barre de menus </a:t>
            </a:r>
            <a:endParaRPr lang="en-US" sz="1800" b="0" u="none" strike="noStrike">
              <a:solidFill>
                <a:srgbClr val="000000"/>
              </a:solidFill>
              <a:effectLst/>
              <a:uFillTx/>
              <a:latin typeface="Arial"/>
            </a:endParaRPr>
          </a:p>
        </p:txBody>
      </p:sp>
      <p:sp>
        <p:nvSpPr>
          <p:cNvPr id="613" name="ZoneTexte 11"/>
          <p:cNvSpPr/>
          <p:nvPr/>
        </p:nvSpPr>
        <p:spPr>
          <a:xfrm>
            <a:off x="654840" y="3295080"/>
            <a:ext cx="6674400" cy="3686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1800" b="0" u="none" strike="noStrike">
                <a:solidFill>
                  <a:schemeClr val="dk1"/>
                </a:solidFill>
                <a:effectLst/>
                <a:uFillTx/>
                <a:latin typeface="Franklin Gothic Book"/>
              </a:rPr>
              <a:t>La constitution d’une page (sa liste d’articles) , et l’éditeur d’article </a:t>
            </a:r>
            <a:endParaRPr lang="en-US" sz="1800" b="0" u="none" strike="noStrike">
              <a:solidFill>
                <a:srgbClr val="000000"/>
              </a:solidFill>
              <a:effectLst/>
              <a:uFillTx/>
              <a:latin typeface="Arial"/>
            </a:endParaRPr>
          </a:p>
        </p:txBody>
      </p:sp>
      <p:sp>
        <p:nvSpPr>
          <p:cNvPr id="614" name="ZoneTexte 12"/>
          <p:cNvSpPr/>
          <p:nvPr/>
        </p:nvSpPr>
        <p:spPr>
          <a:xfrm>
            <a:off x="6827400" y="5036400"/>
            <a:ext cx="515952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On retrouve la partie textuelle (contenu vide car non utile en modèle trombinoscope)</a:t>
            </a:r>
            <a:endParaRPr lang="en-US" sz="1400" b="0" u="none" strike="noStrike">
              <a:solidFill>
                <a:srgbClr val="000000"/>
              </a:solidFill>
              <a:effectLst/>
              <a:uFillTx/>
              <a:latin typeface="Arial"/>
            </a:endParaRPr>
          </a:p>
        </p:txBody>
      </p:sp>
      <p:sp>
        <p:nvSpPr>
          <p:cNvPr id="615" name="ZoneTexte 13"/>
          <p:cNvSpPr/>
          <p:nvPr/>
        </p:nvSpPr>
        <p:spPr>
          <a:xfrm>
            <a:off x="6827400" y="5932440"/>
            <a:ext cx="515952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On retrouve le sélecteur d’affichage public (explicité ‘Visible hors connexion’)</a:t>
            </a:r>
            <a:endParaRPr lang="en-US" sz="1400" b="0" u="none" strike="noStrike">
              <a:solidFill>
                <a:srgbClr val="000000"/>
              </a:solidFill>
              <a:effectLst/>
              <a:uFillTx/>
              <a:latin typeface="Arial"/>
            </a:endParaRPr>
          </a:p>
        </p:txBody>
      </p:sp>
      <p:sp>
        <p:nvSpPr>
          <p:cNvPr id="616" name="ZoneTexte 3"/>
          <p:cNvSpPr/>
          <p:nvPr/>
        </p:nvSpPr>
        <p:spPr>
          <a:xfrm>
            <a:off x="9299160" y="2993400"/>
            <a:ext cx="2607120" cy="578160"/>
          </a:xfrm>
          <a:prstGeom prst="flowChartAlternateProcess">
            <a:avLst/>
          </a:prstGeom>
          <a:solidFill>
            <a:schemeClr val="accent6">
              <a:lumMod val="20000"/>
              <a:lumOff val="80000"/>
            </a:schemeClr>
          </a:solidFill>
          <a:ln w="0">
            <a:solidFill>
              <a:srgbClr val="000000"/>
            </a:solidFill>
          </a:ln>
        </p:spPr>
        <p:style>
          <a:lnRef idx="0"/>
          <a:fillRef idx="0"/>
          <a:effectRef idx="0"/>
          <a:fontRef idx="minor"/>
        </p:style>
        <p:txBody>
          <a:bodyPr lIns="90000" tIns="45000" rIns="90000" bIns="45000" anchor="t">
            <a:spAutoFit/>
          </a:bodyPr>
          <a:p>
            <a:pPr defTabSz="914400">
              <a:lnSpc>
                <a:spcPct val="100000"/>
              </a:lnSpc>
            </a:pPr>
            <a:r>
              <a:rPr lang="fr-FR" sz="1400" b="0" u="none" strike="noStrike">
                <a:solidFill>
                  <a:schemeClr val="dk1"/>
                </a:solidFill>
                <a:effectLst/>
                <a:uFillTx/>
                <a:latin typeface="Franklin Gothic Book"/>
              </a:rPr>
              <a:t>Aperçu : permet de contrôler le rendu de la page entière</a:t>
            </a:r>
            <a:endParaRPr lang="en-US" sz="1400" b="0" u="none" strike="noStrike">
              <a:solidFill>
                <a:srgbClr val="000000"/>
              </a:solidFill>
              <a:effectLst/>
              <a:uFillTx/>
              <a:latin typeface="Arial"/>
            </a:endParaRPr>
          </a:p>
        </p:txBody>
      </p:sp>
      <p:pic>
        <p:nvPicPr>
          <p:cNvPr id="617" name="BCSTO modèle 15"/>
          <p:cNvPicPr/>
          <p:nvPr/>
        </p:nvPicPr>
        <p:blipFill>
          <a:blip r:embed="rId3"/>
          <a:stretch/>
        </p:blipFill>
        <p:spPr>
          <a:xfrm>
            <a:off x="11334600" y="228600"/>
            <a:ext cx="456480" cy="456480"/>
          </a:xfrm>
          <a:prstGeom prst="rect">
            <a:avLst/>
          </a:prstGeom>
          <a:noFill/>
          <a:ln w="0">
            <a:noFill/>
          </a:ln>
        </p:spPr>
      </p:pic>
      <p:sp>
        <p:nvSpPr>
          <p:cNvPr id="618" name="BCSTO modèle 16"/>
          <p:cNvSpPr/>
          <p:nvPr/>
        </p:nvSpPr>
        <p:spPr>
          <a:xfrm>
            <a:off x="590400" y="6819840"/>
            <a:ext cx="11010240" cy="8640"/>
          </a:xfrm>
          <a:prstGeom prst="rect">
            <a:avLst/>
          </a:prstGeom>
          <a:solidFill>
            <a:srgbClr val="DDE7D9"/>
          </a:solidFill>
          <a:ln w="0">
            <a:noFill/>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619" name="Repère de chapitre"/>
          <p:cNvSpPr/>
          <p:nvPr/>
        </p:nvSpPr>
        <p:spPr>
          <a:xfrm>
            <a:off x="8763120" y="809640"/>
            <a:ext cx="3028680" cy="23760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1" u="none" strike="noStrike">
                <a:solidFill>
                  <a:srgbClr val="5C7F3E"/>
                </a:solidFill>
                <a:effectLst/>
                <a:uFillTx/>
                <a:latin typeface="Franklin Gothic Book"/>
                <a:ea typeface="Franklin Gothic Book"/>
              </a:rPr>
              <a:t>08  Site web (CMS)</a:t>
            </a:r>
            <a:endParaRPr lang="en-US" sz="1050" b="0" u="none" strike="noStrike">
              <a:solidFill>
                <a:srgbClr val="000000"/>
              </a:solidFill>
              <a:effectLst/>
              <a:uFillTx/>
              <a:latin typeface="Arial"/>
            </a:endParaRPr>
          </a:p>
        </p:txBody>
      </p:sp>
      <p:sp>
        <p:nvSpPr>
          <p:cNvPr id="620"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30</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1" name=""/>
          <p:cNvPicPr/>
          <p:nvPr/>
        </p:nvPicPr>
        <p:blipFill>
          <a:blip r:embed="rId1"/>
          <a:stretch/>
        </p:blipFill>
        <p:spPr>
          <a:xfrm>
            <a:off x="11334600" y="228600"/>
            <a:ext cx="456840" cy="456840"/>
          </a:xfrm>
          <a:prstGeom prst="rect">
            <a:avLst/>
          </a:prstGeom>
          <a:noFill/>
          <a:ln w="0">
            <a:noFill/>
          </a:ln>
        </p:spPr>
      </p:pic>
      <p:sp>
        <p:nvSpPr>
          <p:cNvPr id="622"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09</a:t>
            </a:r>
            <a:endParaRPr lang="en-US" sz="8400" b="0" u="none" strike="noStrike">
              <a:solidFill>
                <a:srgbClr val="000000"/>
              </a:solidFill>
              <a:effectLst/>
              <a:uFillTx/>
              <a:latin typeface="Arial"/>
            </a:endParaRPr>
          </a:p>
        </p:txBody>
      </p:sp>
      <p:sp>
        <p:nvSpPr>
          <p:cNvPr id="623"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Communication</a:t>
            </a:r>
            <a:endParaRPr lang="en-US" sz="4200" b="0" u="none" strike="noStrike">
              <a:solidFill>
                <a:srgbClr val="000000"/>
              </a:solidFill>
              <a:effectLst/>
              <a:uFillTx/>
              <a:latin typeface="Arial"/>
            </a:endParaRPr>
          </a:p>
        </p:txBody>
      </p:sp>
      <p:sp>
        <p:nvSpPr>
          <p:cNvPr id="624"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Communication</a:t>
            </a:r>
            <a:endParaRPr lang="en-US" sz="1870" b="0" u="none" strike="noStrike">
              <a:solidFill>
                <a:srgbClr val="000000"/>
              </a:solidFill>
              <a:effectLst/>
              <a:uFillTx/>
              <a:latin typeface="Arial"/>
            </a:endParaRPr>
          </a:p>
        </p:txBody>
      </p:sp>
      <p:sp>
        <p:nvSpPr>
          <p:cNvPr id="625"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Assistance et Mailing</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Breaking News</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Sondage</a:t>
            </a:r>
            <a:endParaRPr lang="en-US" sz="2020" b="0" u="none" strike="noStrike">
              <a:solidFill>
                <a:srgbClr val="000000"/>
              </a:solidFill>
              <a:effectLst/>
              <a:uFillTx/>
              <a:latin typeface="Arial"/>
            </a:endParaRPr>
          </a:p>
        </p:txBody>
      </p:sp>
      <p:sp>
        <p:nvSpPr>
          <p:cNvPr id="626"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627"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31</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8" name=""/>
          <p:cNvPicPr/>
          <p:nvPr/>
        </p:nvPicPr>
        <p:blipFill>
          <a:blip r:embed="rId1"/>
          <a:stretch/>
        </p:blipFill>
        <p:spPr>
          <a:xfrm>
            <a:off x="11334600" y="228600"/>
            <a:ext cx="456840" cy="456840"/>
          </a:xfrm>
          <a:prstGeom prst="rect">
            <a:avLst/>
          </a:prstGeom>
          <a:noFill/>
          <a:ln w="0">
            <a:noFill/>
          </a:ln>
        </p:spPr>
      </p:pic>
      <p:sp>
        <p:nvSpPr>
          <p:cNvPr id="629"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10</a:t>
            </a:r>
            <a:endParaRPr lang="en-US" sz="8400" b="0" u="none" strike="noStrike">
              <a:solidFill>
                <a:srgbClr val="000000"/>
              </a:solidFill>
              <a:effectLst/>
              <a:uFillTx/>
              <a:latin typeface="Arial"/>
            </a:endParaRPr>
          </a:p>
        </p:txBody>
      </p:sp>
      <p:sp>
        <p:nvSpPr>
          <p:cNvPr id="630"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Dashboard</a:t>
            </a:r>
            <a:endParaRPr lang="en-US" sz="4200" b="0" u="none" strike="noStrike">
              <a:solidFill>
                <a:srgbClr val="000000"/>
              </a:solidFill>
              <a:effectLst/>
              <a:uFillTx/>
              <a:latin typeface="Arial"/>
            </a:endParaRPr>
          </a:p>
        </p:txBody>
      </p:sp>
      <p:sp>
        <p:nvSpPr>
          <p:cNvPr id="631"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Dashboard</a:t>
            </a:r>
            <a:endParaRPr lang="en-US" sz="1870" b="0" u="none" strike="noStrike">
              <a:solidFill>
                <a:srgbClr val="000000"/>
              </a:solidFill>
              <a:effectLst/>
              <a:uFillTx/>
              <a:latin typeface="Arial"/>
            </a:endParaRPr>
          </a:p>
        </p:txBody>
      </p:sp>
      <p:sp>
        <p:nvSpPr>
          <p:cNvPr id="632"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Tableau de bord</a:t>
            </a:r>
            <a:endParaRPr lang="en-US" sz="2020" b="0" u="none" strike="noStrike">
              <a:solidFill>
                <a:srgbClr val="000000"/>
              </a:solidFill>
              <a:effectLst/>
              <a:uFillTx/>
              <a:latin typeface="Arial"/>
            </a:endParaRPr>
          </a:p>
        </p:txBody>
      </p:sp>
      <p:sp>
        <p:nvSpPr>
          <p:cNvPr id="633"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634"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32</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35" name=""/>
          <p:cNvPicPr/>
          <p:nvPr/>
        </p:nvPicPr>
        <p:blipFill>
          <a:blip r:embed="rId1"/>
          <a:stretch/>
        </p:blipFill>
        <p:spPr>
          <a:xfrm>
            <a:off x="11334600" y="228600"/>
            <a:ext cx="456840" cy="456840"/>
          </a:xfrm>
          <a:prstGeom prst="rect">
            <a:avLst/>
          </a:prstGeom>
          <a:noFill/>
          <a:ln w="0">
            <a:noFill/>
          </a:ln>
        </p:spPr>
      </p:pic>
      <p:sp>
        <p:nvSpPr>
          <p:cNvPr id="636"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11</a:t>
            </a:r>
            <a:endParaRPr lang="en-US" sz="8400" b="0" u="none" strike="noStrike">
              <a:solidFill>
                <a:srgbClr val="000000"/>
              </a:solidFill>
              <a:effectLst/>
              <a:uFillTx/>
              <a:latin typeface="Arial"/>
            </a:endParaRPr>
          </a:p>
        </p:txBody>
      </p:sp>
      <p:sp>
        <p:nvSpPr>
          <p:cNvPr id="637"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DevTools</a:t>
            </a:r>
            <a:endParaRPr lang="en-US" sz="4200" b="0" u="none" strike="noStrike">
              <a:solidFill>
                <a:srgbClr val="000000"/>
              </a:solidFill>
              <a:effectLst/>
              <a:uFillTx/>
              <a:latin typeface="Arial"/>
            </a:endParaRPr>
          </a:p>
        </p:txBody>
      </p:sp>
      <p:sp>
        <p:nvSpPr>
          <p:cNvPr id="638"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DevTools, réservé au développement</a:t>
            </a:r>
            <a:endParaRPr lang="en-US" sz="1870" b="0" u="none" strike="noStrike">
              <a:solidFill>
                <a:srgbClr val="000000"/>
              </a:solidFill>
              <a:effectLst/>
              <a:uFillTx/>
              <a:latin typeface="Arial"/>
            </a:endParaRPr>
          </a:p>
        </p:txBody>
      </p:sp>
      <p:sp>
        <p:nvSpPr>
          <p:cNvPr id="639"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Données S3 et import Excel</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Clone DB et clone S3</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Change log</a:t>
            </a:r>
            <a:endParaRPr lang="en-US" sz="2020" b="0" u="none" strike="noStrike">
              <a:solidFill>
                <a:srgbClr val="000000"/>
              </a:solidFill>
              <a:effectLst/>
              <a:uFillTx/>
              <a:latin typeface="Arial"/>
            </a:endParaRPr>
          </a:p>
        </p:txBody>
      </p:sp>
      <p:sp>
        <p:nvSpPr>
          <p:cNvPr id="640"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641"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33</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2" name=""/>
          <p:cNvPicPr/>
          <p:nvPr/>
        </p:nvPicPr>
        <p:blipFill>
          <a:blip r:embed="rId1"/>
          <a:stretch/>
        </p:blipFill>
        <p:spPr>
          <a:xfrm>
            <a:off x="11334600" y="228600"/>
            <a:ext cx="456840" cy="456840"/>
          </a:xfrm>
          <a:prstGeom prst="rect">
            <a:avLst/>
          </a:prstGeom>
          <a:noFill/>
          <a:ln w="0">
            <a:noFill/>
          </a:ln>
        </p:spPr>
      </p:pic>
      <p:sp>
        <p:nvSpPr>
          <p:cNvPr id="643" name=""/>
          <p:cNvSpPr/>
          <p:nvPr/>
        </p:nvSpPr>
        <p:spPr>
          <a:xfrm>
            <a:off x="590400" y="1733400"/>
            <a:ext cx="2095200" cy="16189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8400" b="1" u="none" strike="noStrike">
                <a:solidFill>
                  <a:srgbClr val="D7E5D3"/>
                </a:solidFill>
                <a:effectLst/>
                <a:uFillTx/>
                <a:latin typeface="Franklin Gothic Book"/>
                <a:ea typeface="Franklin Gothic Book"/>
              </a:rPr>
              <a:t>12</a:t>
            </a:r>
            <a:endParaRPr lang="en-US" sz="8400" b="0" u="none" strike="noStrike">
              <a:solidFill>
                <a:srgbClr val="000000"/>
              </a:solidFill>
              <a:effectLst/>
              <a:uFillTx/>
              <a:latin typeface="Arial"/>
            </a:endParaRPr>
          </a:p>
        </p:txBody>
      </p:sp>
      <p:sp>
        <p:nvSpPr>
          <p:cNvPr id="644" name=""/>
          <p:cNvSpPr/>
          <p:nvPr/>
        </p:nvSpPr>
        <p:spPr>
          <a:xfrm>
            <a:off x="2952720" y="1990800"/>
            <a:ext cx="80960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200" b="1" u="none" strike="noStrike">
                <a:solidFill>
                  <a:srgbClr val="17291D"/>
                </a:solidFill>
                <a:effectLst/>
                <a:uFillTx/>
                <a:latin typeface="Franklin Gothic Book"/>
                <a:ea typeface="Franklin Gothic Book"/>
              </a:rPr>
              <a:t>Documentation</a:t>
            </a:r>
            <a:endParaRPr lang="en-US" sz="4200" b="0" u="none" strike="noStrike">
              <a:solidFill>
                <a:srgbClr val="000000"/>
              </a:solidFill>
              <a:effectLst/>
              <a:uFillTx/>
              <a:latin typeface="Arial"/>
            </a:endParaRPr>
          </a:p>
        </p:txBody>
      </p:sp>
      <p:sp>
        <p:nvSpPr>
          <p:cNvPr id="645" name=""/>
          <p:cNvSpPr/>
          <p:nvPr/>
        </p:nvSpPr>
        <p:spPr>
          <a:xfrm>
            <a:off x="2952720" y="3162240"/>
            <a:ext cx="809604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5C7F3E"/>
                </a:solidFill>
                <a:effectLst/>
                <a:uFillTx/>
                <a:latin typeface="Franklin Gothic Book"/>
                <a:ea typeface="Franklin Gothic Book"/>
              </a:rPr>
              <a:t>Menu Documentation</a:t>
            </a:r>
            <a:endParaRPr lang="en-US" sz="1870" b="0" u="none" strike="noStrike">
              <a:solidFill>
                <a:srgbClr val="000000"/>
              </a:solidFill>
              <a:effectLst/>
              <a:uFillTx/>
              <a:latin typeface="Arial"/>
            </a:endParaRPr>
          </a:p>
        </p:txBody>
      </p:sp>
      <p:sp>
        <p:nvSpPr>
          <p:cNvPr id="646" name=""/>
          <p:cNvSpPr/>
          <p:nvPr/>
        </p:nvSpPr>
        <p:spPr>
          <a:xfrm>
            <a:off x="2952720" y="3943440"/>
            <a:ext cx="8191080" cy="1571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0" u="none" strike="noStrike">
                <a:solidFill>
                  <a:srgbClr val="17291D"/>
                </a:solidFill>
                <a:effectLst/>
                <a:uFillTx/>
                <a:latin typeface="Franklin Gothic Book"/>
                <a:ea typeface="Franklin Gothic Book"/>
              </a:rPr>
              <a:t>Aide en ligne</a:t>
            </a:r>
            <a:endParaRPr lang="en-US" sz="2020" b="0" u="none" strike="noStrike">
              <a:solidFill>
                <a:srgbClr val="000000"/>
              </a:solidFill>
              <a:effectLst/>
              <a:uFillTx/>
              <a:latin typeface="Arial"/>
            </a:endParaRPr>
          </a:p>
          <a:p>
            <a:pPr>
              <a:lnSpc>
                <a:spcPct val="100000"/>
              </a:lnSpc>
            </a:pPr>
            <a:r>
              <a:rPr lang="en-US" sz="2020" b="0" u="none" strike="noStrike">
                <a:solidFill>
                  <a:srgbClr val="17291D"/>
                </a:solidFill>
                <a:effectLst/>
                <a:uFillTx/>
                <a:latin typeface="Franklin Gothic Book"/>
                <a:ea typeface="Franklin Gothic Book"/>
              </a:rPr>
              <a:t>Change log</a:t>
            </a:r>
            <a:endParaRPr lang="en-US" sz="2020" b="0" u="none" strike="noStrike">
              <a:solidFill>
                <a:srgbClr val="000000"/>
              </a:solidFill>
              <a:effectLst/>
              <a:uFillTx/>
              <a:latin typeface="Arial"/>
            </a:endParaRPr>
          </a:p>
        </p:txBody>
      </p:sp>
      <p:sp>
        <p:nvSpPr>
          <p:cNvPr id="647" name=""/>
          <p:cNvSpPr/>
          <p:nvPr/>
        </p:nvSpPr>
        <p:spPr>
          <a:xfrm>
            <a:off x="2952720" y="6124680"/>
            <a:ext cx="809604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30" b="0" u="none" strike="noStrike">
                <a:solidFill>
                  <a:srgbClr val="87917F"/>
                </a:solidFill>
                <a:effectLst/>
                <a:uFillTx/>
                <a:latin typeface="Franklin Gothic Book"/>
                <a:ea typeface="Franklin Gothic Book"/>
              </a:rPr>
              <a:t>Chapitre à rédiger</a:t>
            </a:r>
            <a:endParaRPr lang="en-US" sz="1430" b="0" u="none" strike="noStrike">
              <a:solidFill>
                <a:srgbClr val="000000"/>
              </a:solidFill>
              <a:effectLst/>
              <a:uFillTx/>
              <a:latin typeface="Arial"/>
            </a:endParaRPr>
          </a:p>
        </p:txBody>
      </p:sp>
      <p:sp>
        <p:nvSpPr>
          <p:cNvPr id="648" name="Numéro de page"/>
          <p:cNvSpPr/>
          <p:nvPr/>
        </p:nvSpPr>
        <p:spPr>
          <a:xfrm>
            <a:off x="11049120" y="6572160"/>
            <a:ext cx="72360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050" b="0" u="none" strike="noStrike">
                <a:solidFill>
                  <a:srgbClr val="5C7F3E"/>
                </a:solidFill>
                <a:effectLst/>
                <a:uFillTx/>
                <a:latin typeface="Franklin Gothic Book"/>
                <a:ea typeface="Franklin Gothic Book"/>
              </a:rPr>
              <a:t>34</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ersonnalisé">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pitchFamily="0" charset="1"/>
        <a:ea typeface=""/>
        <a:cs typeface=""/>
      </a:majorFont>
      <a:minorFont>
        <a:latin typeface="Franklin Gothic Book"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purl.org/dc/dcmitype/"/>
    <ds:schemaRef ds:uri="16c05727-aa75-4e4a-9b5f-8a80a1165891"/>
    <ds:schemaRef ds:uri="230e9df3-be65-4c73-a93b-d1236ebd677e"/>
    <ds:schemaRef ds:uri="http://www.w3.org/XML/1998/namespace"/>
    <ds:schemaRef ds:uri="http://schemas.microsoft.com/office/2006/documentManagement/types"/>
    <ds:schemaRef ds:uri="71af3243-3dd4-4a8d-8c0d-dd76da1f02a5"/>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annuelle – Géométrique</Template>
  <TotalTime>7232</TotalTime>
  <Application>LibreOfficeDev/26.8.0.0.alpha0$Linux_X86_64 LibreOffice_project/2c87e51eeaa2b413ff4ae097b2705eea1995d8e5</Application>
  <AppVersion>15.0000</AppVersion>
  <Words>3118</Words>
  <Paragraphs>339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2026-05-02T08:44:11Z</dcterms:created>
  <dc:creator>christian renoux</dc:creator>
  <dc:description/>
  <dc:language>en-US</dc:language>
  <cp:lastModifiedBy>christian renoux</cp:lastModifiedBy>
  <cp:lastPrinted>2026-05-02T16:24:41Z</cp:lastPrinted>
  <dcterms:modified xsi:type="dcterms:W3CDTF">2026-10-27T07:14:16Z</dcterms:modified>
  <cp:revision>44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r8>8</vt:r8>
  </property>
  <property fmtid="{D5CDD505-2E9C-101B-9397-08002B2CF9AE}" pid="4" name="PresentationFormat">
    <vt:lpwstr>Grand écran</vt:lpwstr>
  </property>
  <property fmtid="{D5CDD505-2E9C-101B-9397-08002B2CF9AE}" pid="5" name="Slides">
    <vt:r8>17</vt:r8>
  </property>
</Properties>
</file>